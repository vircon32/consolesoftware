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2" r:id="rId6"/>
    <p:sldId id="261" r:id="rId7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31" autoAdjust="0"/>
  </p:normalViewPr>
  <p:slideViewPr>
    <p:cSldViewPr>
      <p:cViewPr>
        <p:scale>
          <a:sx n="150" d="100"/>
          <a:sy n="150" d="100"/>
        </p:scale>
        <p:origin x="-510" y="-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AC650-DBF9-4A09-A121-599FBE05A731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67200-090D-48EA-BA2E-2D09EFAD549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67200-090D-48EA-BA2E-2D09EFAD549B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E6F0-A8CF-4EEC-A770-99729A977B58}" type="datetimeFigureOut">
              <a:rPr lang="es-ES" smtClean="0"/>
              <a:pPr/>
              <a:t>03/08/2021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771800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Gameplay scene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4716016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Playfield (s)</a:t>
            </a:r>
            <a:endParaRPr lang="es-ES" sz="1200">
              <a:solidFill>
                <a:srgbClr val="0000FF"/>
              </a:solidFill>
            </a:endParaRPr>
          </a:p>
        </p:txBody>
      </p:sp>
      <p:cxnSp>
        <p:nvCxnSpPr>
          <p:cNvPr id="9" name="8 Conector recto de flecha"/>
          <p:cNvCxnSpPr>
            <a:stCxn id="4" idx="3"/>
            <a:endCxn id="8" idx="1"/>
          </p:cNvCxnSpPr>
          <p:nvPr/>
        </p:nvCxnSpPr>
        <p:spPr>
          <a:xfrm>
            <a:off x="3923928" y="221171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 redondeado"/>
          <p:cNvSpPr/>
          <p:nvPr/>
        </p:nvSpPr>
        <p:spPr>
          <a:xfrm>
            <a:off x="4716016" y="300379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Launcher (s)</a:t>
            </a:r>
            <a:endParaRPr lang="es-ES" sz="1200">
              <a:solidFill>
                <a:srgbClr val="0000FF"/>
              </a:solidFill>
            </a:endParaRPr>
          </a:p>
        </p:txBody>
      </p:sp>
      <p:cxnSp>
        <p:nvCxnSpPr>
          <p:cNvPr id="14" name="13 Conector recto de flecha"/>
          <p:cNvCxnSpPr>
            <a:stCxn id="10" idx="0"/>
            <a:endCxn id="8" idx="2"/>
          </p:cNvCxnSpPr>
          <p:nvPr/>
        </p:nvCxnSpPr>
        <p:spPr>
          <a:xfrm flipV="1">
            <a:off x="5292080" y="2499742"/>
            <a:ext cx="0" cy="504056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6660232" y="300379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Bubble</a:t>
            </a:r>
            <a:endParaRPr lang="es-ES" sz="1200">
              <a:solidFill>
                <a:srgbClr val="0000FF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4716016" y="408391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Character</a:t>
            </a:r>
            <a:endParaRPr lang="es-ES" sz="1200">
              <a:solidFill>
                <a:srgbClr val="0000FF"/>
              </a:solidFill>
            </a:endParaRPr>
          </a:p>
        </p:txBody>
      </p:sp>
      <p:cxnSp>
        <p:nvCxnSpPr>
          <p:cNvPr id="19" name="18 Conector recto de flecha"/>
          <p:cNvCxnSpPr>
            <a:stCxn id="10" idx="3"/>
            <a:endCxn id="17" idx="1"/>
          </p:cNvCxnSpPr>
          <p:nvPr/>
        </p:nvCxnSpPr>
        <p:spPr>
          <a:xfrm>
            <a:off x="5868144" y="329183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251520" y="11418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Gameplay objects: Relationships and control flow</a:t>
            </a:r>
            <a:endParaRPr lang="es-ES"/>
          </a:p>
        </p:txBody>
      </p:sp>
      <p:cxnSp>
        <p:nvCxnSpPr>
          <p:cNvPr id="16" name="15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Forma"/>
          <p:cNvCxnSpPr>
            <a:endCxn id="10" idx="1"/>
          </p:cNvCxnSpPr>
          <p:nvPr/>
        </p:nvCxnSpPr>
        <p:spPr>
          <a:xfrm>
            <a:off x="3491880" y="2499742"/>
            <a:ext cx="1224136" cy="792088"/>
          </a:xfrm>
          <a:prstGeom prst="bentConnector3">
            <a:avLst>
              <a:gd name="adj1" fmla="val -3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5292080" y="264375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References</a:t>
            </a:r>
            <a:endParaRPr lang="es-ES" sz="1000"/>
          </a:p>
        </p:txBody>
      </p:sp>
      <p:cxnSp>
        <p:nvCxnSpPr>
          <p:cNvPr id="22" name="21 Forma"/>
          <p:cNvCxnSpPr>
            <a:stCxn id="4" idx="2"/>
            <a:endCxn id="18" idx="1"/>
          </p:cNvCxnSpPr>
          <p:nvPr/>
        </p:nvCxnSpPr>
        <p:spPr>
          <a:xfrm rot="16200000" flipH="1">
            <a:off x="3095836" y="2751770"/>
            <a:ext cx="1872208" cy="13681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 redondeado"/>
          <p:cNvSpPr/>
          <p:nvPr/>
        </p:nvSpPr>
        <p:spPr>
          <a:xfrm>
            <a:off x="971600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chemeClr val="tx1"/>
                </a:solidFill>
              </a:rPr>
              <a:t>Main loop</a:t>
            </a:r>
          </a:p>
        </p:txBody>
      </p:sp>
      <p:cxnSp>
        <p:nvCxnSpPr>
          <p:cNvPr id="42" name="41 Conector recto de flecha"/>
          <p:cNvCxnSpPr>
            <a:stCxn id="41" idx="3"/>
            <a:endCxn id="4" idx="1"/>
          </p:cNvCxnSpPr>
          <p:nvPr/>
        </p:nvCxnSpPr>
        <p:spPr>
          <a:xfrm>
            <a:off x="2123728" y="2211710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2123728" y="2253521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46" name="45 CuadroTexto"/>
          <p:cNvSpPr txBox="1"/>
          <p:nvPr/>
        </p:nvSpPr>
        <p:spPr>
          <a:xfrm>
            <a:off x="3995936" y="192367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1" name="50 CuadroTexto"/>
          <p:cNvSpPr txBox="1"/>
          <p:nvPr/>
        </p:nvSpPr>
        <p:spPr>
          <a:xfrm>
            <a:off x="3995936" y="2973601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2" name="51 CuadroTexto"/>
          <p:cNvSpPr txBox="1"/>
          <p:nvPr/>
        </p:nvSpPr>
        <p:spPr>
          <a:xfrm>
            <a:off x="3995936" y="4371950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4" name="53 CuadroTexto"/>
          <p:cNvSpPr txBox="1"/>
          <p:nvPr/>
        </p:nvSpPr>
        <p:spPr>
          <a:xfrm>
            <a:off x="5940152" y="300379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cxnSp>
        <p:nvCxnSpPr>
          <p:cNvPr id="58" name="57 Conector recto de flecha"/>
          <p:cNvCxnSpPr>
            <a:stCxn id="8" idx="3"/>
          </p:cNvCxnSpPr>
          <p:nvPr/>
        </p:nvCxnSpPr>
        <p:spPr>
          <a:xfrm>
            <a:off x="5868144" y="221171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Forma"/>
          <p:cNvCxnSpPr>
            <a:stCxn id="4" idx="0"/>
          </p:cNvCxnSpPr>
          <p:nvPr/>
        </p:nvCxnSpPr>
        <p:spPr>
          <a:xfrm rot="5400000" flipH="1" flipV="1">
            <a:off x="3671900" y="879562"/>
            <a:ext cx="720080" cy="13681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61 CuadroTexto"/>
          <p:cNvSpPr txBox="1"/>
          <p:nvPr/>
        </p:nvSpPr>
        <p:spPr>
          <a:xfrm>
            <a:off x="4860032" y="987574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1200" smtClean="0"/>
              <a:t> Scoreboard</a:t>
            </a:r>
          </a:p>
          <a:p>
            <a:pPr>
              <a:buFont typeface="Arial" pitchFamily="34" charset="0"/>
              <a:buChar char="•"/>
            </a:pPr>
            <a:r>
              <a:rPr lang="es-ES" sz="1200" smtClean="0"/>
              <a:t> Ceiling drop contraptions</a:t>
            </a:r>
            <a:endParaRPr lang="es-ES" sz="1200"/>
          </a:p>
        </p:txBody>
      </p:sp>
      <p:sp>
        <p:nvSpPr>
          <p:cNvPr id="63" name="62 Abrir llave"/>
          <p:cNvSpPr/>
          <p:nvPr/>
        </p:nvSpPr>
        <p:spPr>
          <a:xfrm>
            <a:off x="4788024" y="915566"/>
            <a:ext cx="144016" cy="576064"/>
          </a:xfrm>
          <a:prstGeom prst="leftBrace">
            <a:avLst>
              <a:gd name="adj1" fmla="val 4801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" name="63 CuadroTexto"/>
          <p:cNvSpPr txBox="1"/>
          <p:nvPr/>
        </p:nvSpPr>
        <p:spPr>
          <a:xfrm>
            <a:off x="6876256" y="1851670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1200" smtClean="0"/>
              <a:t> Points animations</a:t>
            </a:r>
          </a:p>
          <a:p>
            <a:pPr>
              <a:buFont typeface="Arial" pitchFamily="34" charset="0"/>
              <a:buChar char="•"/>
            </a:pPr>
            <a:r>
              <a:rPr lang="es-ES" sz="1200" smtClean="0"/>
              <a:t> Falling bubbles</a:t>
            </a:r>
          </a:p>
          <a:p>
            <a:pPr>
              <a:buFont typeface="Arial" pitchFamily="34" charset="0"/>
              <a:buChar char="•"/>
            </a:pPr>
            <a:r>
              <a:rPr lang="es-ES" sz="1200" smtClean="0"/>
              <a:t> Burst &amp; placed bubbles</a:t>
            </a:r>
            <a:endParaRPr lang="es-ES" sz="1200"/>
          </a:p>
        </p:txBody>
      </p:sp>
      <p:sp>
        <p:nvSpPr>
          <p:cNvPr id="65" name="64 Abrir llave"/>
          <p:cNvSpPr/>
          <p:nvPr/>
        </p:nvSpPr>
        <p:spPr>
          <a:xfrm>
            <a:off x="6732240" y="1923678"/>
            <a:ext cx="144016" cy="576064"/>
          </a:xfrm>
          <a:prstGeom prst="leftBrace">
            <a:avLst>
              <a:gd name="adj1" fmla="val 4801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65 CuadroTexto"/>
          <p:cNvSpPr txBox="1"/>
          <p:nvPr/>
        </p:nvSpPr>
        <p:spPr>
          <a:xfrm>
            <a:off x="3995936" y="915566"/>
            <a:ext cx="622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Controls</a:t>
            </a:r>
            <a:endParaRPr lang="es-ES" sz="1000"/>
          </a:p>
        </p:txBody>
      </p:sp>
      <p:sp>
        <p:nvSpPr>
          <p:cNvPr id="67" name="66 CuadroTexto"/>
          <p:cNvSpPr txBox="1"/>
          <p:nvPr/>
        </p:nvSpPr>
        <p:spPr>
          <a:xfrm>
            <a:off x="5940152" y="1923678"/>
            <a:ext cx="622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Controls</a:t>
            </a:r>
            <a:endParaRPr lang="es-ES" sz="1000"/>
          </a:p>
        </p:txBody>
      </p:sp>
      <p:cxnSp>
        <p:nvCxnSpPr>
          <p:cNvPr id="34" name="33 Conector recto de flecha"/>
          <p:cNvCxnSpPr>
            <a:stCxn id="18" idx="0"/>
            <a:endCxn id="10" idx="2"/>
          </p:cNvCxnSpPr>
          <p:nvPr/>
        </p:nvCxnSpPr>
        <p:spPr>
          <a:xfrm flipV="1">
            <a:off x="5292080" y="3579862"/>
            <a:ext cx="0" cy="504056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5292080" y="372387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References</a:t>
            </a:r>
            <a:endParaRPr lang="es-E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411760" y="278777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intro</a:t>
            </a:r>
            <a:endParaRPr lang="es-ES" sz="1200"/>
          </a:p>
        </p:txBody>
      </p:sp>
      <p:sp>
        <p:nvSpPr>
          <p:cNvPr id="19" name="18 Rectángulo redondeado"/>
          <p:cNvSpPr/>
          <p:nvPr/>
        </p:nvSpPr>
        <p:spPr>
          <a:xfrm>
            <a:off x="4067944" y="278777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Gameplay</a:t>
            </a:r>
            <a:endParaRPr lang="es-ES" sz="1200"/>
          </a:p>
        </p:txBody>
      </p:sp>
      <p:cxnSp>
        <p:nvCxnSpPr>
          <p:cNvPr id="20" name="19 Conector recto de flecha"/>
          <p:cNvCxnSpPr>
            <a:stCxn id="4" idx="3"/>
            <a:endCxn id="19" idx="1"/>
          </p:cNvCxnSpPr>
          <p:nvPr/>
        </p:nvCxnSpPr>
        <p:spPr>
          <a:xfrm>
            <a:off x="3419872" y="300379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>
            <a:stCxn id="19" idx="3"/>
            <a:endCxn id="58" idx="1"/>
          </p:cNvCxnSpPr>
          <p:nvPr/>
        </p:nvCxnSpPr>
        <p:spPr>
          <a:xfrm>
            <a:off x="5076056" y="300379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Rectángulo redondeado"/>
          <p:cNvSpPr/>
          <p:nvPr/>
        </p:nvSpPr>
        <p:spPr>
          <a:xfrm>
            <a:off x="4067944" y="1851670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Pause menu</a:t>
            </a:r>
            <a:endParaRPr lang="es-ES" sz="1200"/>
          </a:p>
        </p:txBody>
      </p:sp>
      <p:grpSp>
        <p:nvGrpSpPr>
          <p:cNvPr id="34" name="33 Grupo"/>
          <p:cNvGrpSpPr/>
          <p:nvPr/>
        </p:nvGrpSpPr>
        <p:grpSpPr>
          <a:xfrm>
            <a:off x="7740352" y="1923678"/>
            <a:ext cx="288032" cy="288032"/>
            <a:chOff x="7812360" y="2283718"/>
            <a:chExt cx="288032" cy="288032"/>
          </a:xfrm>
        </p:grpSpPr>
        <p:sp>
          <p:nvSpPr>
            <p:cNvPr id="32" name="31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32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36" name="35 Conector recto de flecha"/>
          <p:cNvCxnSpPr/>
          <p:nvPr/>
        </p:nvCxnSpPr>
        <p:spPr>
          <a:xfrm flipV="1">
            <a:off x="4716016" y="2283718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Rectángulo redondeado"/>
          <p:cNvSpPr/>
          <p:nvPr/>
        </p:nvSpPr>
        <p:spPr>
          <a:xfrm>
            <a:off x="755576" y="278777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 level</a:t>
            </a:r>
            <a:endParaRPr lang="es-ES" sz="1200"/>
          </a:p>
        </p:txBody>
      </p:sp>
      <p:cxnSp>
        <p:nvCxnSpPr>
          <p:cNvPr id="70" name="69 Conector recto de flecha"/>
          <p:cNvCxnSpPr>
            <a:stCxn id="25" idx="3"/>
            <a:endCxn id="4" idx="1"/>
          </p:cNvCxnSpPr>
          <p:nvPr/>
        </p:nvCxnSpPr>
        <p:spPr>
          <a:xfrm>
            <a:off x="1763688" y="300379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101 CuadroTexto"/>
          <p:cNvSpPr txBox="1"/>
          <p:nvPr/>
        </p:nvSpPr>
        <p:spPr>
          <a:xfrm>
            <a:off x="251520" y="11418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Gameplay scene</a:t>
            </a:r>
            <a:endParaRPr lang="es-ES"/>
          </a:p>
        </p:txBody>
      </p:sp>
      <p:cxnSp>
        <p:nvCxnSpPr>
          <p:cNvPr id="103" name="10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5724128" y="1851670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Quit</a:t>
            </a:r>
            <a:endParaRPr lang="es-ES" sz="1200"/>
          </a:p>
        </p:txBody>
      </p:sp>
      <p:cxnSp>
        <p:nvCxnSpPr>
          <p:cNvPr id="38" name="37 Conector recto de flecha"/>
          <p:cNvCxnSpPr>
            <a:stCxn id="27" idx="3"/>
            <a:endCxn id="35" idx="1"/>
          </p:cNvCxnSpPr>
          <p:nvPr/>
        </p:nvCxnSpPr>
        <p:spPr>
          <a:xfrm>
            <a:off x="5076056" y="206769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/>
          <p:nvPr/>
        </p:nvCxnSpPr>
        <p:spPr>
          <a:xfrm>
            <a:off x="4427984" y="2283718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Elipse"/>
          <p:cNvSpPr/>
          <p:nvPr/>
        </p:nvSpPr>
        <p:spPr>
          <a:xfrm>
            <a:off x="1115616" y="1203598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0" name="39 Conector recto de flecha"/>
          <p:cNvCxnSpPr>
            <a:stCxn id="39" idx="4"/>
            <a:endCxn id="42" idx="0"/>
          </p:cNvCxnSpPr>
          <p:nvPr/>
        </p:nvCxnSpPr>
        <p:spPr>
          <a:xfrm>
            <a:off x="1259632" y="149163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1 Rectángulo redondeado"/>
          <p:cNvSpPr/>
          <p:nvPr/>
        </p:nvSpPr>
        <p:spPr>
          <a:xfrm>
            <a:off x="755576" y="1851670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cxnSp>
        <p:nvCxnSpPr>
          <p:cNvPr id="44" name="43 Conector recto de flecha"/>
          <p:cNvCxnSpPr>
            <a:stCxn id="42" idx="2"/>
            <a:endCxn id="25" idx="0"/>
          </p:cNvCxnSpPr>
          <p:nvPr/>
        </p:nvCxnSpPr>
        <p:spPr>
          <a:xfrm>
            <a:off x="1259632" y="2283718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CuadroTexto"/>
          <p:cNvSpPr txBox="1"/>
          <p:nvPr/>
        </p:nvSpPr>
        <p:spPr>
          <a:xfrm>
            <a:off x="1259632" y="235572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6" name="45 CuadroTexto"/>
          <p:cNvSpPr txBox="1"/>
          <p:nvPr/>
        </p:nvSpPr>
        <p:spPr>
          <a:xfrm>
            <a:off x="3419872" y="3043868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7" name="46 CuadroTexto"/>
          <p:cNvSpPr txBox="1"/>
          <p:nvPr/>
        </p:nvSpPr>
        <p:spPr>
          <a:xfrm>
            <a:off x="1763688" y="304560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8" name="47 CuadroTexto"/>
          <p:cNvSpPr txBox="1"/>
          <p:nvPr/>
        </p:nvSpPr>
        <p:spPr>
          <a:xfrm>
            <a:off x="4772259" y="2315656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C00000"/>
                </a:solidFill>
              </a:rPr>
              <a:t>Start</a:t>
            </a:r>
          </a:p>
          <a:p>
            <a:r>
              <a:rPr lang="es-ES" sz="1000" smtClean="0">
                <a:solidFill>
                  <a:srgbClr val="C00000"/>
                </a:solidFill>
              </a:rPr>
              <a:t>pressed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3707904" y="2315656"/>
            <a:ext cx="659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>
                <a:solidFill>
                  <a:srgbClr val="C00000"/>
                </a:solidFill>
              </a:rPr>
              <a:t>Continue</a:t>
            </a:r>
          </a:p>
          <a:p>
            <a:pPr algn="r"/>
            <a:r>
              <a:rPr lang="es-ES" sz="1000" smtClean="0">
                <a:solidFill>
                  <a:srgbClr val="C00000"/>
                </a:solidFill>
              </a:rPr>
              <a:t>chosen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5097160" y="163564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Quit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chosen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51" name="50 CuadroTexto"/>
          <p:cNvSpPr txBox="1"/>
          <p:nvPr/>
        </p:nvSpPr>
        <p:spPr>
          <a:xfrm>
            <a:off x="6732240" y="1777921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6" name="55 CuadroTexto"/>
          <p:cNvSpPr txBox="1"/>
          <p:nvPr/>
        </p:nvSpPr>
        <p:spPr>
          <a:xfrm>
            <a:off x="7959593" y="2315656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(last level)</a:t>
            </a:r>
            <a:endParaRPr lang="es-ES" sz="1000"/>
          </a:p>
        </p:txBody>
      </p:sp>
      <p:sp>
        <p:nvSpPr>
          <p:cNvPr id="64" name="63 CuadroTexto"/>
          <p:cNvSpPr txBox="1"/>
          <p:nvPr/>
        </p:nvSpPr>
        <p:spPr>
          <a:xfrm>
            <a:off x="6516216" y="4083918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Level finished</a:t>
            </a:r>
          </a:p>
          <a:p>
            <a:pPr algn="r"/>
            <a:r>
              <a:rPr lang="es-ES" sz="1000" smtClean="0"/>
              <a:t>(more levels remain)</a:t>
            </a:r>
            <a:endParaRPr lang="es-ES" sz="1000"/>
          </a:p>
        </p:txBody>
      </p:sp>
      <p:sp>
        <p:nvSpPr>
          <p:cNvPr id="37" name="36 CuadroTexto"/>
          <p:cNvSpPr txBox="1"/>
          <p:nvPr/>
        </p:nvSpPr>
        <p:spPr>
          <a:xfrm>
            <a:off x="251520" y="555526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Scope: Affects a whole game session</a:t>
            </a:r>
            <a:endParaRPr lang="es-ES" sz="1400"/>
          </a:p>
        </p:txBody>
      </p:sp>
      <p:sp>
        <p:nvSpPr>
          <p:cNvPr id="53" name="52 Rectángulo redondeado"/>
          <p:cNvSpPr/>
          <p:nvPr/>
        </p:nvSpPr>
        <p:spPr>
          <a:xfrm>
            <a:off x="7380312" y="278777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Show score</a:t>
            </a:r>
            <a:endParaRPr lang="es-ES" sz="1200"/>
          </a:p>
        </p:txBody>
      </p:sp>
      <p:sp>
        <p:nvSpPr>
          <p:cNvPr id="55" name="54 CuadroTexto"/>
          <p:cNvSpPr txBox="1"/>
          <p:nvPr/>
        </p:nvSpPr>
        <p:spPr>
          <a:xfrm>
            <a:off x="5076056" y="3035736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008000"/>
                </a:solidFill>
              </a:rPr>
              <a:t>Level</a:t>
            </a:r>
          </a:p>
          <a:p>
            <a:r>
              <a:rPr lang="es-ES" sz="1000" smtClean="0">
                <a:solidFill>
                  <a:srgbClr val="008000"/>
                </a:solidFill>
              </a:rPr>
              <a:t>cleared</a:t>
            </a:r>
          </a:p>
        </p:txBody>
      </p:sp>
      <p:sp>
        <p:nvSpPr>
          <p:cNvPr id="74" name="73 CuadroTexto"/>
          <p:cNvSpPr txBox="1"/>
          <p:nvPr/>
        </p:nvSpPr>
        <p:spPr>
          <a:xfrm>
            <a:off x="3995936" y="3435846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008000"/>
                </a:solidFill>
              </a:rPr>
              <a:t>Death</a:t>
            </a:r>
          </a:p>
        </p:txBody>
      </p:sp>
      <p:sp>
        <p:nvSpPr>
          <p:cNvPr id="45" name="44 Rectángulo redondeado"/>
          <p:cNvSpPr/>
          <p:nvPr/>
        </p:nvSpPr>
        <p:spPr>
          <a:xfrm>
            <a:off x="2411760" y="3723878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Fade out</a:t>
            </a:r>
            <a:endParaRPr lang="es-ES" sz="1200"/>
          </a:p>
        </p:txBody>
      </p:sp>
      <p:sp>
        <p:nvSpPr>
          <p:cNvPr id="52" name="51 CuadroTexto"/>
          <p:cNvSpPr txBox="1"/>
          <p:nvPr/>
        </p:nvSpPr>
        <p:spPr>
          <a:xfrm>
            <a:off x="1763688" y="3981713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cxnSp>
        <p:nvCxnSpPr>
          <p:cNvPr id="57" name="56 Forma"/>
          <p:cNvCxnSpPr>
            <a:stCxn id="45" idx="1"/>
            <a:endCxn id="25" idx="2"/>
          </p:cNvCxnSpPr>
          <p:nvPr/>
        </p:nvCxnSpPr>
        <p:spPr>
          <a:xfrm rot="10800000">
            <a:off x="1259632" y="3219822"/>
            <a:ext cx="1152128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3 Rectángulo redondeado"/>
          <p:cNvSpPr/>
          <p:nvPr/>
        </p:nvSpPr>
        <p:spPr>
          <a:xfrm>
            <a:off x="4067944" y="3723878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Death</a:t>
            </a:r>
            <a:endParaRPr lang="es-ES" sz="1200"/>
          </a:p>
        </p:txBody>
      </p:sp>
      <p:sp>
        <p:nvSpPr>
          <p:cNvPr id="58" name="57 Rectángulo redondeado"/>
          <p:cNvSpPr/>
          <p:nvPr/>
        </p:nvSpPr>
        <p:spPr>
          <a:xfrm>
            <a:off x="5724128" y="2787774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clear</a:t>
            </a:r>
            <a:endParaRPr lang="es-ES" sz="1200"/>
          </a:p>
        </p:txBody>
      </p:sp>
      <p:cxnSp>
        <p:nvCxnSpPr>
          <p:cNvPr id="63" name="62 Conector recto de flecha"/>
          <p:cNvCxnSpPr>
            <a:stCxn id="58" idx="3"/>
            <a:endCxn id="53" idx="1"/>
          </p:cNvCxnSpPr>
          <p:nvPr/>
        </p:nvCxnSpPr>
        <p:spPr>
          <a:xfrm>
            <a:off x="6732240" y="300379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>
            <a:stCxn id="54" idx="1"/>
            <a:endCxn id="45" idx="3"/>
          </p:cNvCxnSpPr>
          <p:nvPr/>
        </p:nvCxnSpPr>
        <p:spPr>
          <a:xfrm flipH="1">
            <a:off x="3419872" y="3939902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angular"/>
          <p:cNvCxnSpPr>
            <a:stCxn id="53" idx="2"/>
            <a:endCxn id="45" idx="2"/>
          </p:cNvCxnSpPr>
          <p:nvPr/>
        </p:nvCxnSpPr>
        <p:spPr>
          <a:xfrm rot="5400000">
            <a:off x="4932040" y="1203598"/>
            <a:ext cx="936104" cy="4968552"/>
          </a:xfrm>
          <a:prstGeom prst="bentConnector3">
            <a:avLst>
              <a:gd name="adj1" fmla="val 14137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 de flecha"/>
          <p:cNvCxnSpPr>
            <a:stCxn id="35" idx="3"/>
            <a:endCxn id="32" idx="2"/>
          </p:cNvCxnSpPr>
          <p:nvPr/>
        </p:nvCxnSpPr>
        <p:spPr>
          <a:xfrm>
            <a:off x="6732240" y="2067694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>
            <a:stCxn id="53" idx="0"/>
            <a:endCxn id="32" idx="4"/>
          </p:cNvCxnSpPr>
          <p:nvPr/>
        </p:nvCxnSpPr>
        <p:spPr>
          <a:xfrm flipV="1">
            <a:off x="7884368" y="221171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 de flecha"/>
          <p:cNvCxnSpPr>
            <a:stCxn id="19" idx="2"/>
            <a:endCxn id="54" idx="0"/>
          </p:cNvCxnSpPr>
          <p:nvPr/>
        </p:nvCxnSpPr>
        <p:spPr>
          <a:xfrm>
            <a:off x="4572000" y="3219822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85 CuadroTexto"/>
          <p:cNvSpPr txBox="1"/>
          <p:nvPr/>
        </p:nvSpPr>
        <p:spPr>
          <a:xfrm>
            <a:off x="6732240" y="307580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87" name="86 CuadroTexto"/>
          <p:cNvSpPr txBox="1"/>
          <p:nvPr/>
        </p:nvSpPr>
        <p:spPr>
          <a:xfrm>
            <a:off x="3419872" y="3981713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2483768" y="2499742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sp>
        <p:nvSpPr>
          <p:cNvPr id="6" name="5 Elipse"/>
          <p:cNvSpPr/>
          <p:nvPr/>
        </p:nvSpPr>
        <p:spPr>
          <a:xfrm>
            <a:off x="1835696" y="2571750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 de flecha"/>
          <p:cNvCxnSpPr>
            <a:stCxn id="6" idx="6"/>
            <a:endCxn id="5" idx="1"/>
          </p:cNvCxnSpPr>
          <p:nvPr/>
        </p:nvCxnSpPr>
        <p:spPr>
          <a:xfrm>
            <a:off x="2123728" y="2715766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5940152" y="2499742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Drop ceiling</a:t>
            </a:r>
            <a:endParaRPr lang="es-ES" sz="1200"/>
          </a:p>
        </p:txBody>
      </p:sp>
      <p:sp>
        <p:nvSpPr>
          <p:cNvPr id="12" name="11 CuadroTexto"/>
          <p:cNvSpPr txBox="1"/>
          <p:nvPr/>
        </p:nvSpPr>
        <p:spPr>
          <a:xfrm>
            <a:off x="251520" y="11418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Playfield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 redondeado"/>
          <p:cNvSpPr/>
          <p:nvPr/>
        </p:nvSpPr>
        <p:spPr>
          <a:xfrm>
            <a:off x="4211960" y="2499742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Wait</a:t>
            </a:r>
            <a:endParaRPr lang="es-ES" sz="1200"/>
          </a:p>
        </p:txBody>
      </p:sp>
      <p:cxnSp>
        <p:nvCxnSpPr>
          <p:cNvPr id="67" name="66 Conector recto de flecha"/>
          <p:cNvCxnSpPr>
            <a:stCxn id="5" idx="3"/>
            <a:endCxn id="14" idx="1"/>
          </p:cNvCxnSpPr>
          <p:nvPr/>
        </p:nvCxnSpPr>
        <p:spPr>
          <a:xfrm>
            <a:off x="3491880" y="2715766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3522475" y="271576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102" name="101 CuadroTexto"/>
          <p:cNvSpPr txBox="1"/>
          <p:nvPr/>
        </p:nvSpPr>
        <p:spPr>
          <a:xfrm>
            <a:off x="6444208" y="2961987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(death)</a:t>
            </a:r>
            <a:endParaRPr lang="es-ES" sz="1000"/>
          </a:p>
        </p:txBody>
      </p:sp>
      <p:sp>
        <p:nvSpPr>
          <p:cNvPr id="103" name="102 CuadroTexto"/>
          <p:cNvSpPr txBox="1"/>
          <p:nvPr/>
        </p:nvSpPr>
        <p:spPr>
          <a:xfrm>
            <a:off x="5212068" y="2201837"/>
            <a:ext cx="728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</a:p>
          <a:p>
            <a:pPr algn="r"/>
            <a:r>
              <a:rPr lang="es-ES" sz="1000" smtClean="0"/>
              <a:t>(no death)</a:t>
            </a:r>
            <a:endParaRPr lang="es-ES" sz="1000"/>
          </a:p>
        </p:txBody>
      </p:sp>
      <p:cxnSp>
        <p:nvCxnSpPr>
          <p:cNvPr id="151" name="150 Conector recto de flecha"/>
          <p:cNvCxnSpPr/>
          <p:nvPr/>
        </p:nvCxnSpPr>
        <p:spPr>
          <a:xfrm flipH="1">
            <a:off x="5220072" y="2673955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5220072" y="2889979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After shot</a:t>
            </a:r>
          </a:p>
          <a:p>
            <a:r>
              <a:rPr lang="es-ES" sz="1000" smtClean="0"/>
              <a:t>(drop pending)</a:t>
            </a:r>
            <a:endParaRPr lang="es-ES" sz="1000"/>
          </a:p>
        </p:txBody>
      </p:sp>
      <p:cxnSp>
        <p:nvCxnSpPr>
          <p:cNvPr id="47" name="46 Conector recto de flecha"/>
          <p:cNvCxnSpPr/>
          <p:nvPr/>
        </p:nvCxnSpPr>
        <p:spPr>
          <a:xfrm>
            <a:off x="5220072" y="2817971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4211960" y="1485280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clear</a:t>
            </a:r>
            <a:endParaRPr lang="es-ES" sz="1200"/>
          </a:p>
        </p:txBody>
      </p:sp>
      <p:sp>
        <p:nvSpPr>
          <p:cNvPr id="19" name="18 Rectángulo redondeado"/>
          <p:cNvSpPr/>
          <p:nvPr/>
        </p:nvSpPr>
        <p:spPr>
          <a:xfrm>
            <a:off x="4211960" y="3435846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Death</a:t>
            </a:r>
            <a:endParaRPr lang="es-ES" sz="1200"/>
          </a:p>
        </p:txBody>
      </p:sp>
      <p:cxnSp>
        <p:nvCxnSpPr>
          <p:cNvPr id="21" name="20 Forma"/>
          <p:cNvCxnSpPr>
            <a:stCxn id="9" idx="2"/>
            <a:endCxn id="19" idx="3"/>
          </p:cNvCxnSpPr>
          <p:nvPr/>
        </p:nvCxnSpPr>
        <p:spPr>
          <a:xfrm rot="5400000">
            <a:off x="5472100" y="2679762"/>
            <a:ext cx="720080" cy="122413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>
            <a:stCxn id="14" idx="2"/>
            <a:endCxn id="19" idx="0"/>
          </p:cNvCxnSpPr>
          <p:nvPr/>
        </p:nvCxnSpPr>
        <p:spPr>
          <a:xfrm>
            <a:off x="4716016" y="2931790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14" idx="0"/>
            <a:endCxn id="17" idx="2"/>
          </p:cNvCxnSpPr>
          <p:nvPr/>
        </p:nvCxnSpPr>
        <p:spPr>
          <a:xfrm flipV="1">
            <a:off x="4716016" y="1917328"/>
            <a:ext cx="0" cy="5824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251520" y="555526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Scope: Affects a game board and its launchers &amp; players</a:t>
            </a:r>
            <a:endParaRPr lang="es-ES" sz="1400"/>
          </a:p>
        </p:txBody>
      </p:sp>
      <p:cxnSp>
        <p:nvCxnSpPr>
          <p:cNvPr id="28" name="27 Forma"/>
          <p:cNvCxnSpPr>
            <a:stCxn id="17" idx="1"/>
            <a:endCxn id="5" idx="0"/>
          </p:cNvCxnSpPr>
          <p:nvPr/>
        </p:nvCxnSpPr>
        <p:spPr>
          <a:xfrm rot="10800000" flipV="1">
            <a:off x="2987824" y="1701304"/>
            <a:ext cx="1224136" cy="79843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CuadroTexto"/>
          <p:cNvSpPr txBox="1"/>
          <p:nvPr/>
        </p:nvSpPr>
        <p:spPr>
          <a:xfrm>
            <a:off x="3275856" y="1275606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More levels</a:t>
            </a:r>
          </a:p>
          <a:p>
            <a:pPr algn="r"/>
            <a:r>
              <a:rPr lang="es-ES" sz="1000" smtClean="0"/>
              <a:t>remain</a:t>
            </a:r>
            <a:endParaRPr lang="es-ES" sz="1000"/>
          </a:p>
        </p:txBody>
      </p:sp>
      <p:cxnSp>
        <p:nvCxnSpPr>
          <p:cNvPr id="32" name="31 Forma"/>
          <p:cNvCxnSpPr>
            <a:stCxn id="19" idx="1"/>
            <a:endCxn id="5" idx="2"/>
          </p:cNvCxnSpPr>
          <p:nvPr/>
        </p:nvCxnSpPr>
        <p:spPr>
          <a:xfrm rot="10800000">
            <a:off x="2987824" y="2931790"/>
            <a:ext cx="122413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CuadroTexto"/>
          <p:cNvSpPr txBox="1"/>
          <p:nvPr/>
        </p:nvSpPr>
        <p:spPr>
          <a:xfrm>
            <a:off x="3275856" y="3683808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Not</a:t>
            </a:r>
          </a:p>
          <a:p>
            <a:pPr algn="r"/>
            <a:r>
              <a:rPr lang="es-ES" sz="1000" smtClean="0"/>
              <a:t>game over</a:t>
            </a:r>
            <a:endParaRPr lang="es-E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Elipse"/>
          <p:cNvSpPr/>
          <p:nvPr/>
        </p:nvSpPr>
        <p:spPr>
          <a:xfrm>
            <a:off x="1547664" y="2715766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 de flecha"/>
          <p:cNvCxnSpPr>
            <a:stCxn id="30" idx="3"/>
            <a:endCxn id="10" idx="1"/>
          </p:cNvCxnSpPr>
          <p:nvPr/>
        </p:nvCxnSpPr>
        <p:spPr>
          <a:xfrm>
            <a:off x="3347864" y="2859782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5874494" y="2643758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Shoot</a:t>
            </a:r>
            <a:endParaRPr lang="es-ES" sz="1200"/>
          </a:p>
        </p:txBody>
      </p:sp>
      <p:sp>
        <p:nvSpPr>
          <p:cNvPr id="10" name="9 Rectángulo redondeado"/>
          <p:cNvSpPr/>
          <p:nvPr/>
        </p:nvSpPr>
        <p:spPr>
          <a:xfrm>
            <a:off x="4139952" y="2643758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Aim</a:t>
            </a:r>
            <a:endParaRPr lang="es-ES" sz="1200"/>
          </a:p>
        </p:txBody>
      </p:sp>
      <p:sp>
        <p:nvSpPr>
          <p:cNvPr id="12" name="11 CuadroTexto"/>
          <p:cNvSpPr txBox="1"/>
          <p:nvPr/>
        </p:nvSpPr>
        <p:spPr>
          <a:xfrm>
            <a:off x="251520" y="114186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Launcher (V2A)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 redondeado"/>
          <p:cNvSpPr/>
          <p:nvPr/>
        </p:nvSpPr>
        <p:spPr>
          <a:xfrm>
            <a:off x="2346102" y="2643758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cxnSp>
        <p:nvCxnSpPr>
          <p:cNvPr id="32" name="31 Conector recto de flecha"/>
          <p:cNvCxnSpPr>
            <a:stCxn id="6" idx="6"/>
            <a:endCxn id="30" idx="1"/>
          </p:cNvCxnSpPr>
          <p:nvPr/>
        </p:nvCxnSpPr>
        <p:spPr>
          <a:xfrm>
            <a:off x="1835696" y="2859782"/>
            <a:ext cx="51040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>
            <a:stCxn id="10" idx="3"/>
            <a:endCxn id="9" idx="1"/>
          </p:cNvCxnSpPr>
          <p:nvPr/>
        </p:nvCxnSpPr>
        <p:spPr>
          <a:xfrm>
            <a:off x="5141714" y="2859782"/>
            <a:ext cx="732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/>
          <p:nvPr/>
        </p:nvCxnSpPr>
        <p:spPr>
          <a:xfrm>
            <a:off x="4932040" y="1923678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419872" y="2613561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0" name="19 CuadroTexto"/>
          <p:cNvSpPr txBox="1"/>
          <p:nvPr/>
        </p:nvSpPr>
        <p:spPr>
          <a:xfrm>
            <a:off x="5204307" y="242773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Shoot</a:t>
            </a:r>
            <a:br>
              <a:rPr lang="es-ES" sz="1000" smtClean="0">
                <a:solidFill>
                  <a:srgbClr val="C00000"/>
                </a:solidFill>
              </a:rPr>
            </a:br>
            <a:r>
              <a:rPr lang="es-ES" sz="1000" smtClean="0">
                <a:solidFill>
                  <a:srgbClr val="C00000"/>
                </a:solidFill>
              </a:rPr>
              <a:t>pressed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5292080" y="699542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(no burst)</a:t>
            </a:r>
          </a:p>
        </p:txBody>
      </p:sp>
      <p:sp>
        <p:nvSpPr>
          <p:cNvPr id="50" name="49 CuadroTexto"/>
          <p:cNvSpPr txBox="1"/>
          <p:nvPr/>
        </p:nvSpPr>
        <p:spPr>
          <a:xfrm>
            <a:off x="3810507" y="1491630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  <a:endParaRPr lang="es-ES" sz="1000"/>
          </a:p>
        </p:txBody>
      </p:sp>
      <p:cxnSp>
        <p:nvCxnSpPr>
          <p:cNvPr id="69" name="41 Forma"/>
          <p:cNvCxnSpPr>
            <a:stCxn id="9" idx="0"/>
            <a:endCxn id="39" idx="3"/>
          </p:cNvCxnSpPr>
          <p:nvPr/>
        </p:nvCxnSpPr>
        <p:spPr>
          <a:xfrm rot="16200000" flipV="1">
            <a:off x="5545696" y="1814078"/>
            <a:ext cx="936104" cy="72325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Rectángulo redondeado"/>
          <p:cNvSpPr/>
          <p:nvPr/>
        </p:nvSpPr>
        <p:spPr>
          <a:xfrm>
            <a:off x="3282206" y="3651870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Character leave</a:t>
            </a:r>
            <a:endParaRPr lang="es-ES" sz="1200"/>
          </a:p>
        </p:txBody>
      </p:sp>
      <p:sp>
        <p:nvSpPr>
          <p:cNvPr id="51" name="50 CuadroTexto"/>
          <p:cNvSpPr txBox="1"/>
          <p:nvPr/>
        </p:nvSpPr>
        <p:spPr>
          <a:xfrm>
            <a:off x="3923928" y="3179752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>
                <a:solidFill>
                  <a:srgbClr val="C00000"/>
                </a:solidFill>
              </a:rPr>
              <a:t>L/R</a:t>
            </a:r>
            <a:br>
              <a:rPr lang="es-ES" sz="1000" smtClean="0">
                <a:solidFill>
                  <a:srgbClr val="C00000"/>
                </a:solidFill>
              </a:rPr>
            </a:br>
            <a:r>
              <a:rPr lang="es-ES" sz="1000" smtClean="0">
                <a:solidFill>
                  <a:srgbClr val="C00000"/>
                </a:solidFill>
              </a:rPr>
              <a:t>pressed</a:t>
            </a:r>
          </a:p>
        </p:txBody>
      </p:sp>
      <p:sp>
        <p:nvSpPr>
          <p:cNvPr id="52" name="51 CuadroTexto"/>
          <p:cNvSpPr txBox="1"/>
          <p:nvPr/>
        </p:nvSpPr>
        <p:spPr>
          <a:xfrm>
            <a:off x="5508104" y="4299942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008000"/>
                </a:solidFill>
              </a:rPr>
              <a:t>Signal</a:t>
            </a:r>
          </a:p>
          <a:p>
            <a:r>
              <a:rPr lang="es-ES" sz="1000" smtClean="0">
                <a:solidFill>
                  <a:srgbClr val="008000"/>
                </a:solidFill>
              </a:rPr>
              <a:t>received</a:t>
            </a:r>
          </a:p>
        </p:txBody>
      </p:sp>
      <p:sp>
        <p:nvSpPr>
          <p:cNvPr id="34" name="33 Rectángulo redondeado"/>
          <p:cNvSpPr/>
          <p:nvPr/>
        </p:nvSpPr>
        <p:spPr>
          <a:xfrm>
            <a:off x="4139952" y="4450308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Unused</a:t>
            </a:r>
            <a:endParaRPr lang="es-ES" sz="1200"/>
          </a:p>
        </p:txBody>
      </p:sp>
      <p:sp>
        <p:nvSpPr>
          <p:cNvPr id="64" name="63 Rectángulo redondeado"/>
          <p:cNvSpPr/>
          <p:nvPr/>
        </p:nvSpPr>
        <p:spPr>
          <a:xfrm>
            <a:off x="5004048" y="3651870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Character enter</a:t>
            </a:r>
            <a:endParaRPr lang="es-ES" sz="1200"/>
          </a:p>
        </p:txBody>
      </p:sp>
      <p:cxnSp>
        <p:nvCxnSpPr>
          <p:cNvPr id="78" name="77 Conector recto de flecha"/>
          <p:cNvCxnSpPr>
            <a:endCxn id="31" idx="0"/>
          </p:cNvCxnSpPr>
          <p:nvPr/>
        </p:nvCxnSpPr>
        <p:spPr>
          <a:xfrm flipH="1">
            <a:off x="3783087" y="3075806"/>
            <a:ext cx="428873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Forma"/>
          <p:cNvCxnSpPr>
            <a:stCxn id="31" idx="2"/>
            <a:endCxn id="34" idx="1"/>
          </p:cNvCxnSpPr>
          <p:nvPr/>
        </p:nvCxnSpPr>
        <p:spPr>
          <a:xfrm rot="16200000" flipH="1">
            <a:off x="3668725" y="4191929"/>
            <a:ext cx="585589" cy="35686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Forma"/>
          <p:cNvCxnSpPr>
            <a:stCxn id="34" idx="3"/>
            <a:endCxn id="64" idx="2"/>
          </p:cNvCxnSpPr>
          <p:nvPr/>
        </p:nvCxnSpPr>
        <p:spPr>
          <a:xfrm flipV="1">
            <a:off x="5141714" y="4077568"/>
            <a:ext cx="363215" cy="5855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 de flecha"/>
          <p:cNvCxnSpPr>
            <a:stCxn id="64" idx="0"/>
          </p:cNvCxnSpPr>
          <p:nvPr/>
        </p:nvCxnSpPr>
        <p:spPr>
          <a:xfrm flipH="1" flipV="1">
            <a:off x="4997698" y="3075806"/>
            <a:ext cx="507231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109 CuadroTexto"/>
          <p:cNvSpPr txBox="1"/>
          <p:nvPr/>
        </p:nvSpPr>
        <p:spPr>
          <a:xfrm>
            <a:off x="3131840" y="412572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111" name="110 CuadroTexto"/>
          <p:cNvSpPr txBox="1"/>
          <p:nvPr/>
        </p:nvSpPr>
        <p:spPr>
          <a:xfrm>
            <a:off x="4644008" y="3291830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38" name="37 Rectángulo redondeado"/>
          <p:cNvSpPr/>
          <p:nvPr/>
        </p:nvSpPr>
        <p:spPr>
          <a:xfrm>
            <a:off x="4211960" y="915566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Bubble placed</a:t>
            </a:r>
            <a:endParaRPr lang="es-ES" sz="1200"/>
          </a:p>
        </p:txBody>
      </p:sp>
      <p:sp>
        <p:nvSpPr>
          <p:cNvPr id="39" name="38 Rectángulo redondeado"/>
          <p:cNvSpPr/>
          <p:nvPr/>
        </p:nvSpPr>
        <p:spPr>
          <a:xfrm>
            <a:off x="4650358" y="1491630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Bubbles burst</a:t>
            </a:r>
            <a:endParaRPr lang="es-ES" sz="1200"/>
          </a:p>
        </p:txBody>
      </p:sp>
      <p:cxnSp>
        <p:nvCxnSpPr>
          <p:cNvPr id="45" name="44 Forma"/>
          <p:cNvCxnSpPr>
            <a:endCxn id="38" idx="3"/>
          </p:cNvCxnSpPr>
          <p:nvPr/>
        </p:nvCxnSpPr>
        <p:spPr>
          <a:xfrm rot="16200000" flipV="1">
            <a:off x="5108885" y="1236427"/>
            <a:ext cx="1512168" cy="130249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 de flecha"/>
          <p:cNvCxnSpPr/>
          <p:nvPr/>
        </p:nvCxnSpPr>
        <p:spPr>
          <a:xfrm>
            <a:off x="4427984" y="1347614"/>
            <a:ext cx="0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CuadroTexto"/>
          <p:cNvSpPr txBox="1"/>
          <p:nvPr/>
        </p:nvSpPr>
        <p:spPr>
          <a:xfrm>
            <a:off x="4932040" y="196548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9" name="58 CuadroTexto"/>
          <p:cNvSpPr txBox="1"/>
          <p:nvPr/>
        </p:nvSpPr>
        <p:spPr>
          <a:xfrm>
            <a:off x="5508104" y="1275606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(burst)</a:t>
            </a:r>
          </a:p>
        </p:txBody>
      </p:sp>
      <p:sp>
        <p:nvSpPr>
          <p:cNvPr id="35" name="34 CuadroTexto"/>
          <p:cNvSpPr txBox="1"/>
          <p:nvPr/>
        </p:nvSpPr>
        <p:spPr>
          <a:xfrm>
            <a:off x="251520" y="555526"/>
            <a:ext cx="36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Scope: Affects a launcher and its current player</a:t>
            </a:r>
            <a:endParaRPr lang="es-E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Elipse"/>
          <p:cNvSpPr/>
          <p:nvPr/>
        </p:nvSpPr>
        <p:spPr>
          <a:xfrm>
            <a:off x="749226" y="2571750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 de flecha"/>
          <p:cNvCxnSpPr>
            <a:stCxn id="30" idx="3"/>
            <a:endCxn id="10" idx="1"/>
          </p:cNvCxnSpPr>
          <p:nvPr/>
        </p:nvCxnSpPr>
        <p:spPr>
          <a:xfrm>
            <a:off x="1397298" y="3507854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3923928" y="3291830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Shoot</a:t>
            </a:r>
            <a:endParaRPr lang="es-ES" sz="1200"/>
          </a:p>
        </p:txBody>
      </p:sp>
      <p:sp>
        <p:nvSpPr>
          <p:cNvPr id="10" name="9 Rectángulo redondeado"/>
          <p:cNvSpPr/>
          <p:nvPr/>
        </p:nvSpPr>
        <p:spPr>
          <a:xfrm>
            <a:off x="2189386" y="3291830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Aim</a:t>
            </a:r>
            <a:endParaRPr lang="es-ES" sz="1200"/>
          </a:p>
        </p:txBody>
      </p:sp>
      <p:sp>
        <p:nvSpPr>
          <p:cNvPr id="12" name="11 CuadroTexto"/>
          <p:cNvSpPr txBox="1"/>
          <p:nvPr/>
        </p:nvSpPr>
        <p:spPr>
          <a:xfrm>
            <a:off x="251520" y="11418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Launcher  </a:t>
            </a:r>
            <a:r>
              <a:rPr lang="es-ES" sz="1600" i="1" smtClean="0">
                <a:solidFill>
                  <a:schemeClr val="accent1"/>
                </a:solidFill>
              </a:rPr>
              <a:t>(2 state variables)</a:t>
            </a:r>
            <a:endParaRPr lang="es-ES" i="1">
              <a:solidFill>
                <a:schemeClr val="accent1"/>
              </a:solidFill>
            </a:endParaRPr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 redondeado"/>
          <p:cNvSpPr/>
          <p:nvPr/>
        </p:nvSpPr>
        <p:spPr>
          <a:xfrm>
            <a:off x="395536" y="3291830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cxnSp>
        <p:nvCxnSpPr>
          <p:cNvPr id="32" name="31 Conector recto de flecha"/>
          <p:cNvCxnSpPr>
            <a:stCxn id="6" idx="4"/>
            <a:endCxn id="30" idx="0"/>
          </p:cNvCxnSpPr>
          <p:nvPr/>
        </p:nvCxnSpPr>
        <p:spPr>
          <a:xfrm>
            <a:off x="893242" y="2859782"/>
            <a:ext cx="3175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>
            <a:stCxn id="10" idx="3"/>
            <a:endCxn id="9" idx="1"/>
          </p:cNvCxnSpPr>
          <p:nvPr/>
        </p:nvCxnSpPr>
        <p:spPr>
          <a:xfrm>
            <a:off x="3191148" y="3507854"/>
            <a:ext cx="732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/>
          <p:nvPr/>
        </p:nvCxnSpPr>
        <p:spPr>
          <a:xfrm>
            <a:off x="2981474" y="2571750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1469306" y="3261633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0" name="19 CuadroTexto"/>
          <p:cNvSpPr txBox="1"/>
          <p:nvPr/>
        </p:nvSpPr>
        <p:spPr>
          <a:xfrm>
            <a:off x="3253741" y="3075806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Shoot</a:t>
            </a:r>
            <a:br>
              <a:rPr lang="es-ES" sz="1000" smtClean="0">
                <a:solidFill>
                  <a:srgbClr val="C00000"/>
                </a:solidFill>
              </a:rPr>
            </a:br>
            <a:r>
              <a:rPr lang="es-ES" sz="1000" smtClean="0">
                <a:solidFill>
                  <a:srgbClr val="C00000"/>
                </a:solidFill>
              </a:rPr>
              <a:t>pressed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3341514" y="1347614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(no burst)</a:t>
            </a:r>
          </a:p>
        </p:txBody>
      </p:sp>
      <p:sp>
        <p:nvSpPr>
          <p:cNvPr id="50" name="49 CuadroTexto"/>
          <p:cNvSpPr txBox="1"/>
          <p:nvPr/>
        </p:nvSpPr>
        <p:spPr>
          <a:xfrm>
            <a:off x="1859941" y="2139702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  <a:endParaRPr lang="es-ES" sz="1000"/>
          </a:p>
        </p:txBody>
      </p:sp>
      <p:cxnSp>
        <p:nvCxnSpPr>
          <p:cNvPr id="69" name="41 Forma"/>
          <p:cNvCxnSpPr>
            <a:stCxn id="9" idx="0"/>
            <a:endCxn id="39" idx="3"/>
          </p:cNvCxnSpPr>
          <p:nvPr/>
        </p:nvCxnSpPr>
        <p:spPr>
          <a:xfrm rot="16200000" flipV="1">
            <a:off x="3595130" y="2462150"/>
            <a:ext cx="936104" cy="72325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Rectángulo redondeado"/>
          <p:cNvSpPr/>
          <p:nvPr/>
        </p:nvSpPr>
        <p:spPr>
          <a:xfrm>
            <a:off x="2261394" y="1563638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Bubble placed</a:t>
            </a:r>
            <a:endParaRPr lang="es-ES" sz="1200"/>
          </a:p>
        </p:txBody>
      </p:sp>
      <p:sp>
        <p:nvSpPr>
          <p:cNvPr id="39" name="38 Rectángulo redondeado"/>
          <p:cNvSpPr/>
          <p:nvPr/>
        </p:nvSpPr>
        <p:spPr>
          <a:xfrm>
            <a:off x="2699792" y="2139702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Bubbles burst</a:t>
            </a:r>
            <a:endParaRPr lang="es-ES" sz="1200"/>
          </a:p>
        </p:txBody>
      </p:sp>
      <p:cxnSp>
        <p:nvCxnSpPr>
          <p:cNvPr id="45" name="44 Forma"/>
          <p:cNvCxnSpPr>
            <a:endCxn id="38" idx="3"/>
          </p:cNvCxnSpPr>
          <p:nvPr/>
        </p:nvCxnSpPr>
        <p:spPr>
          <a:xfrm rot="16200000" flipV="1">
            <a:off x="3158319" y="1884499"/>
            <a:ext cx="1512168" cy="130249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 de flecha"/>
          <p:cNvCxnSpPr/>
          <p:nvPr/>
        </p:nvCxnSpPr>
        <p:spPr>
          <a:xfrm>
            <a:off x="2477418" y="1995686"/>
            <a:ext cx="0" cy="12961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55 CuadroTexto"/>
          <p:cNvSpPr txBox="1"/>
          <p:nvPr/>
        </p:nvSpPr>
        <p:spPr>
          <a:xfrm>
            <a:off x="2981474" y="2613561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9" name="58 CuadroTexto"/>
          <p:cNvSpPr txBox="1"/>
          <p:nvPr/>
        </p:nvSpPr>
        <p:spPr>
          <a:xfrm>
            <a:off x="3557538" y="1923678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(burst)</a:t>
            </a:r>
          </a:p>
        </p:txBody>
      </p:sp>
      <p:sp>
        <p:nvSpPr>
          <p:cNvPr id="35" name="34 CuadroTexto"/>
          <p:cNvSpPr txBox="1"/>
          <p:nvPr/>
        </p:nvSpPr>
        <p:spPr>
          <a:xfrm>
            <a:off x="251520" y="555526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Scope: Affects a launcher’s function</a:t>
            </a:r>
            <a:endParaRPr lang="es-ES" sz="1400"/>
          </a:p>
        </p:txBody>
      </p:sp>
      <p:cxnSp>
        <p:nvCxnSpPr>
          <p:cNvPr id="37" name="36 Conector recto"/>
          <p:cNvCxnSpPr/>
          <p:nvPr/>
        </p:nvCxnSpPr>
        <p:spPr>
          <a:xfrm>
            <a:off x="5364088" y="555526"/>
            <a:ext cx="0" cy="45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 redondeado"/>
          <p:cNvSpPr/>
          <p:nvPr/>
        </p:nvSpPr>
        <p:spPr>
          <a:xfrm>
            <a:off x="6653882" y="1995686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Used</a:t>
            </a:r>
            <a:endParaRPr lang="es-ES" sz="1200"/>
          </a:p>
        </p:txBody>
      </p:sp>
      <p:sp>
        <p:nvSpPr>
          <p:cNvPr id="42" name="41 Rectángulo redondeado"/>
          <p:cNvSpPr/>
          <p:nvPr/>
        </p:nvSpPr>
        <p:spPr>
          <a:xfrm>
            <a:off x="5796136" y="2859782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Character leave</a:t>
            </a:r>
            <a:endParaRPr lang="es-ES" sz="1200"/>
          </a:p>
        </p:txBody>
      </p:sp>
      <p:sp>
        <p:nvSpPr>
          <p:cNvPr id="43" name="42 Rectángulo redondeado"/>
          <p:cNvSpPr/>
          <p:nvPr/>
        </p:nvSpPr>
        <p:spPr>
          <a:xfrm>
            <a:off x="6666582" y="3658220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Unused</a:t>
            </a:r>
            <a:endParaRPr lang="es-ES" sz="1200"/>
          </a:p>
        </p:txBody>
      </p:sp>
      <p:sp>
        <p:nvSpPr>
          <p:cNvPr id="44" name="43 Rectángulo redondeado"/>
          <p:cNvSpPr/>
          <p:nvPr/>
        </p:nvSpPr>
        <p:spPr>
          <a:xfrm>
            <a:off x="7517978" y="2859782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Character enter</a:t>
            </a:r>
            <a:endParaRPr lang="es-ES" sz="1200"/>
          </a:p>
        </p:txBody>
      </p:sp>
      <p:sp>
        <p:nvSpPr>
          <p:cNvPr id="46" name="45 CuadroTexto"/>
          <p:cNvSpPr txBox="1"/>
          <p:nvPr/>
        </p:nvSpPr>
        <p:spPr>
          <a:xfrm>
            <a:off x="5436096" y="555526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Scope: Affects a launcher’s ownership</a:t>
            </a:r>
            <a:endParaRPr lang="es-ES" sz="1400"/>
          </a:p>
        </p:txBody>
      </p:sp>
      <p:cxnSp>
        <p:nvCxnSpPr>
          <p:cNvPr id="49" name="48 Forma"/>
          <p:cNvCxnSpPr>
            <a:stCxn id="41" idx="3"/>
            <a:endCxn id="44" idx="0"/>
          </p:cNvCxnSpPr>
          <p:nvPr/>
        </p:nvCxnSpPr>
        <p:spPr>
          <a:xfrm>
            <a:off x="7655644" y="2211710"/>
            <a:ext cx="363215" cy="64807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Forma"/>
          <p:cNvCxnSpPr>
            <a:stCxn id="44" idx="2"/>
            <a:endCxn id="43" idx="3"/>
          </p:cNvCxnSpPr>
          <p:nvPr/>
        </p:nvCxnSpPr>
        <p:spPr>
          <a:xfrm rot="5400000">
            <a:off x="7550808" y="3403017"/>
            <a:ext cx="585589" cy="35051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Forma"/>
          <p:cNvCxnSpPr>
            <a:stCxn id="43" idx="1"/>
            <a:endCxn id="42" idx="2"/>
          </p:cNvCxnSpPr>
          <p:nvPr/>
        </p:nvCxnSpPr>
        <p:spPr>
          <a:xfrm rot="10800000">
            <a:off x="6297018" y="3285481"/>
            <a:ext cx="369565" cy="5855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Forma"/>
          <p:cNvCxnSpPr>
            <a:stCxn id="42" idx="0"/>
            <a:endCxn id="41" idx="1"/>
          </p:cNvCxnSpPr>
          <p:nvPr/>
        </p:nvCxnSpPr>
        <p:spPr>
          <a:xfrm rot="5400000" flipH="1" flipV="1">
            <a:off x="6151413" y="2357314"/>
            <a:ext cx="648072" cy="35686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5652120" y="1275606"/>
            <a:ext cx="30243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smtClean="0"/>
              <a:t>Only in “Used” ownership state will player inputs be accepted and therefore trigger actions</a:t>
            </a:r>
            <a:endParaRPr lang="es-ES" sz="1100"/>
          </a:p>
        </p:txBody>
      </p:sp>
      <p:sp>
        <p:nvSpPr>
          <p:cNvPr id="66" name="65 CuadroTexto"/>
          <p:cNvSpPr txBox="1"/>
          <p:nvPr/>
        </p:nvSpPr>
        <p:spPr>
          <a:xfrm>
            <a:off x="2189386" y="3867894"/>
            <a:ext cx="26642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smtClean="0"/>
              <a:t>Only in “Aim” and “Shoot” functioning states will player shift inputs be accepted</a:t>
            </a:r>
            <a:endParaRPr lang="es-E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251520" y="11418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Character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37 Grupo"/>
          <p:cNvGrpSpPr/>
          <p:nvPr/>
        </p:nvGrpSpPr>
        <p:grpSpPr>
          <a:xfrm>
            <a:off x="7452320" y="2176249"/>
            <a:ext cx="288032" cy="288032"/>
            <a:chOff x="7812360" y="2283718"/>
            <a:chExt cx="288032" cy="288032"/>
          </a:xfrm>
        </p:grpSpPr>
        <p:sp>
          <p:nvSpPr>
            <p:cNvPr id="39" name="38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39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" name="9 Rectángulo redondeado"/>
          <p:cNvSpPr/>
          <p:nvPr/>
        </p:nvSpPr>
        <p:spPr>
          <a:xfrm>
            <a:off x="2267744" y="210424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sp>
        <p:nvSpPr>
          <p:cNvPr id="11" name="10 Elipse"/>
          <p:cNvSpPr/>
          <p:nvPr/>
        </p:nvSpPr>
        <p:spPr>
          <a:xfrm>
            <a:off x="1547664" y="2176249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13 Conector recto de flecha"/>
          <p:cNvCxnSpPr>
            <a:stCxn id="11" idx="6"/>
            <a:endCxn id="10" idx="1"/>
          </p:cNvCxnSpPr>
          <p:nvPr/>
        </p:nvCxnSpPr>
        <p:spPr>
          <a:xfrm>
            <a:off x="1835696" y="2320265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5724128" y="2104241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React</a:t>
            </a:r>
            <a:endParaRPr lang="es-ES" sz="1200"/>
          </a:p>
        </p:txBody>
      </p:sp>
      <p:cxnSp>
        <p:nvCxnSpPr>
          <p:cNvPr id="16" name="15 Conector recto de flecha"/>
          <p:cNvCxnSpPr>
            <a:stCxn id="10" idx="3"/>
            <a:endCxn id="17" idx="1"/>
          </p:cNvCxnSpPr>
          <p:nvPr/>
        </p:nvCxnSpPr>
        <p:spPr>
          <a:xfrm>
            <a:off x="3275856" y="2320265"/>
            <a:ext cx="7137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3989586" y="210424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Aim</a:t>
            </a:r>
            <a:endParaRPr lang="es-ES" sz="120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997698" y="2427734"/>
            <a:ext cx="7264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Forma"/>
          <p:cNvCxnSpPr>
            <a:stCxn id="15" idx="2"/>
            <a:endCxn id="10" idx="2"/>
          </p:cNvCxnSpPr>
          <p:nvPr/>
        </p:nvCxnSpPr>
        <p:spPr>
          <a:xfrm rot="5400000">
            <a:off x="4499992" y="808097"/>
            <a:ext cx="12700" cy="3456384"/>
          </a:xfrm>
          <a:prstGeom prst="bentConnector3">
            <a:avLst>
              <a:gd name="adj1" fmla="val 535000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>
            <a:stCxn id="15" idx="3"/>
            <a:endCxn id="39" idx="2"/>
          </p:cNvCxnSpPr>
          <p:nvPr/>
        </p:nvCxnSpPr>
        <p:spPr>
          <a:xfrm>
            <a:off x="6732240" y="2320265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60 Rectángulo redondeado"/>
          <p:cNvSpPr/>
          <p:nvPr/>
        </p:nvSpPr>
        <p:spPr>
          <a:xfrm>
            <a:off x="4932040" y="102412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Leave launcher</a:t>
            </a:r>
            <a:endParaRPr lang="es-ES" sz="1200"/>
          </a:p>
        </p:txBody>
      </p:sp>
      <p:sp>
        <p:nvSpPr>
          <p:cNvPr id="62" name="61 Rectángulo redondeado"/>
          <p:cNvSpPr/>
          <p:nvPr/>
        </p:nvSpPr>
        <p:spPr>
          <a:xfrm>
            <a:off x="2987824" y="102412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Enter launcher</a:t>
            </a:r>
            <a:endParaRPr lang="es-ES" sz="1200"/>
          </a:p>
        </p:txBody>
      </p:sp>
      <p:cxnSp>
        <p:nvCxnSpPr>
          <p:cNvPr id="66" name="65 Conector recto de flecha"/>
          <p:cNvCxnSpPr>
            <a:stCxn id="61" idx="1"/>
            <a:endCxn id="62" idx="3"/>
          </p:cNvCxnSpPr>
          <p:nvPr/>
        </p:nvCxnSpPr>
        <p:spPr>
          <a:xfrm flipH="1">
            <a:off x="3995936" y="1240145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 de flecha"/>
          <p:cNvCxnSpPr>
            <a:endCxn id="61" idx="2"/>
          </p:cNvCxnSpPr>
          <p:nvPr/>
        </p:nvCxnSpPr>
        <p:spPr>
          <a:xfrm flipV="1">
            <a:off x="4932040" y="1456169"/>
            <a:ext cx="504056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 de flecha"/>
          <p:cNvCxnSpPr>
            <a:stCxn id="62" idx="2"/>
          </p:cNvCxnSpPr>
          <p:nvPr/>
        </p:nvCxnSpPr>
        <p:spPr>
          <a:xfrm>
            <a:off x="3491880" y="1456169"/>
            <a:ext cx="57606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3306451" y="2313915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3" name="22 CuadroTexto"/>
          <p:cNvSpPr txBox="1"/>
          <p:nvPr/>
        </p:nvSpPr>
        <p:spPr>
          <a:xfrm>
            <a:off x="4170547" y="987574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4" name="23 CuadroTexto"/>
          <p:cNvSpPr txBox="1"/>
          <p:nvPr/>
        </p:nvSpPr>
        <p:spPr>
          <a:xfrm>
            <a:off x="3090427" y="163564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5" name="24 CuadroTexto"/>
          <p:cNvSpPr txBox="1"/>
          <p:nvPr/>
        </p:nvSpPr>
        <p:spPr>
          <a:xfrm>
            <a:off x="5004048" y="2459672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008000"/>
                </a:solidFill>
              </a:rPr>
              <a:t>Signal</a:t>
            </a:r>
          </a:p>
          <a:p>
            <a:pPr algn="ctr"/>
            <a:r>
              <a:rPr lang="es-ES" sz="1000" smtClean="0">
                <a:solidFill>
                  <a:srgbClr val="008000"/>
                </a:solidFill>
              </a:rPr>
              <a:t>received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5021819" y="1521827"/>
            <a:ext cx="774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>
                <a:solidFill>
                  <a:srgbClr val="008000"/>
                </a:solidFill>
              </a:rPr>
              <a:t>L/R pressed</a:t>
            </a:r>
          </a:p>
        </p:txBody>
      </p:sp>
      <p:sp>
        <p:nvSpPr>
          <p:cNvPr id="29" name="28 Rectángulo redondeado"/>
          <p:cNvSpPr/>
          <p:nvPr/>
        </p:nvSpPr>
        <p:spPr>
          <a:xfrm>
            <a:off x="1763688" y="4227934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React</a:t>
            </a:r>
            <a:endParaRPr lang="es-ES" sz="1200"/>
          </a:p>
        </p:txBody>
      </p:sp>
      <p:sp>
        <p:nvSpPr>
          <p:cNvPr id="31" name="30 CuadroTexto"/>
          <p:cNvSpPr txBox="1"/>
          <p:nvPr/>
        </p:nvSpPr>
        <p:spPr>
          <a:xfrm>
            <a:off x="2875752" y="4299942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smtClean="0"/>
              <a:t>is one of:</a:t>
            </a:r>
            <a:endParaRPr lang="es-ES" sz="1200"/>
          </a:p>
        </p:txBody>
      </p:sp>
      <p:cxnSp>
        <p:nvCxnSpPr>
          <p:cNvPr id="33" name="32 Forma"/>
          <p:cNvCxnSpPr>
            <a:endCxn id="15" idx="0"/>
          </p:cNvCxnSpPr>
          <p:nvPr/>
        </p:nvCxnSpPr>
        <p:spPr>
          <a:xfrm rot="10800000">
            <a:off x="6228184" y="2104241"/>
            <a:ext cx="504056" cy="137666"/>
          </a:xfrm>
          <a:prstGeom prst="curvedConnector4">
            <a:avLst>
              <a:gd name="adj1" fmla="val -44397"/>
              <a:gd name="adj2" fmla="val 41827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CuadroTexto"/>
          <p:cNvSpPr txBox="1"/>
          <p:nvPr/>
        </p:nvSpPr>
        <p:spPr>
          <a:xfrm>
            <a:off x="6156176" y="123379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>
                <a:solidFill>
                  <a:srgbClr val="008000"/>
                </a:solidFill>
              </a:rPr>
              <a:t>More signals</a:t>
            </a:r>
          </a:p>
          <a:p>
            <a:pPr algn="ctr"/>
            <a:r>
              <a:rPr lang="es-ES" sz="1000" smtClean="0">
                <a:solidFill>
                  <a:srgbClr val="008000"/>
                </a:solidFill>
              </a:rPr>
              <a:t>received</a:t>
            </a:r>
          </a:p>
        </p:txBody>
      </p:sp>
      <p:sp>
        <p:nvSpPr>
          <p:cNvPr id="48" name="47 Rectángulo redondeado"/>
          <p:cNvSpPr/>
          <p:nvPr/>
        </p:nvSpPr>
        <p:spPr>
          <a:xfrm>
            <a:off x="3995936" y="3939902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Shoot</a:t>
            </a:r>
            <a:endParaRPr lang="es-ES" sz="1200"/>
          </a:p>
        </p:txBody>
      </p:sp>
      <p:sp>
        <p:nvSpPr>
          <p:cNvPr id="49" name="48 Rectángulo redondeado"/>
          <p:cNvSpPr/>
          <p:nvPr/>
        </p:nvSpPr>
        <p:spPr>
          <a:xfrm>
            <a:off x="5076056" y="3939902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Place new bubble</a:t>
            </a:r>
            <a:endParaRPr lang="es-ES" sz="1200"/>
          </a:p>
        </p:txBody>
      </p:sp>
      <p:sp>
        <p:nvSpPr>
          <p:cNvPr id="50" name="49 Rectángulo redondeado"/>
          <p:cNvSpPr/>
          <p:nvPr/>
        </p:nvSpPr>
        <p:spPr>
          <a:xfrm>
            <a:off x="5076056" y="4443958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Burst bubbles</a:t>
            </a:r>
            <a:endParaRPr lang="es-ES" sz="1200"/>
          </a:p>
        </p:txBody>
      </p:sp>
      <p:sp>
        <p:nvSpPr>
          <p:cNvPr id="51" name="50 Rectángulo redondeado"/>
          <p:cNvSpPr/>
          <p:nvPr/>
        </p:nvSpPr>
        <p:spPr>
          <a:xfrm>
            <a:off x="3995936" y="4443958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Drop ceiling</a:t>
            </a:r>
            <a:endParaRPr lang="es-ES" sz="1200"/>
          </a:p>
        </p:txBody>
      </p:sp>
      <p:sp>
        <p:nvSpPr>
          <p:cNvPr id="52" name="51 Rectángulo redondeado"/>
          <p:cNvSpPr/>
          <p:nvPr/>
        </p:nvSpPr>
        <p:spPr>
          <a:xfrm>
            <a:off x="6156176" y="4443958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Death</a:t>
            </a:r>
            <a:endParaRPr lang="es-ES" sz="1200"/>
          </a:p>
        </p:txBody>
      </p:sp>
      <p:sp>
        <p:nvSpPr>
          <p:cNvPr id="53" name="52 Rectángulo redondeado"/>
          <p:cNvSpPr/>
          <p:nvPr/>
        </p:nvSpPr>
        <p:spPr>
          <a:xfrm>
            <a:off x="6156176" y="3939902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clear</a:t>
            </a:r>
            <a:endParaRPr lang="es-ES" sz="1200"/>
          </a:p>
        </p:txBody>
      </p:sp>
      <p:sp>
        <p:nvSpPr>
          <p:cNvPr id="54" name="53 Abrir llave"/>
          <p:cNvSpPr/>
          <p:nvPr/>
        </p:nvSpPr>
        <p:spPr>
          <a:xfrm>
            <a:off x="3635896" y="3867894"/>
            <a:ext cx="216024" cy="1080120"/>
          </a:xfrm>
          <a:prstGeom prst="leftBrace">
            <a:avLst>
              <a:gd name="adj1" fmla="val 48016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54 CuadroTexto"/>
          <p:cNvSpPr txBox="1"/>
          <p:nvPr/>
        </p:nvSpPr>
        <p:spPr>
          <a:xfrm>
            <a:off x="5292080" y="3251760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After signalled</a:t>
            </a:r>
          </a:p>
          <a:p>
            <a:pPr algn="r"/>
            <a:r>
              <a:rPr lang="es-ES" sz="1000" smtClean="0"/>
              <a:t>Death</a:t>
            </a:r>
            <a:endParaRPr lang="es-ES" sz="1000"/>
          </a:p>
        </p:txBody>
      </p:sp>
      <p:sp>
        <p:nvSpPr>
          <p:cNvPr id="56" name="55 CuadroTexto"/>
          <p:cNvSpPr txBox="1"/>
          <p:nvPr/>
        </p:nvSpPr>
        <p:spPr>
          <a:xfrm>
            <a:off x="6732240" y="249974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/>
              <a:t>After signalled</a:t>
            </a:r>
          </a:p>
          <a:p>
            <a:pPr algn="ctr"/>
            <a:r>
              <a:rPr lang="es-ES" sz="1000" smtClean="0"/>
              <a:t>Level Clear</a:t>
            </a:r>
            <a:endParaRPr lang="es-ES" sz="1000"/>
          </a:p>
        </p:txBody>
      </p:sp>
      <p:sp>
        <p:nvSpPr>
          <p:cNvPr id="41" name="40 CuadroTexto"/>
          <p:cNvSpPr txBox="1"/>
          <p:nvPr/>
        </p:nvSpPr>
        <p:spPr>
          <a:xfrm>
            <a:off x="251520" y="555526"/>
            <a:ext cx="396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/>
              <a:t>Scope: Reflects player location, actions and options</a:t>
            </a:r>
            <a:endParaRPr lang="es-ES" sz="1400"/>
          </a:p>
        </p:txBody>
      </p:sp>
      <p:sp>
        <p:nvSpPr>
          <p:cNvPr id="42" name="41 Rectángulo redondeado"/>
          <p:cNvSpPr/>
          <p:nvPr/>
        </p:nvSpPr>
        <p:spPr>
          <a:xfrm>
            <a:off x="7236296" y="4227934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Receive bubbles</a:t>
            </a:r>
            <a:endParaRPr lang="es-ES" sz="1200"/>
          </a:p>
        </p:txBody>
      </p:sp>
      <p:cxnSp>
        <p:nvCxnSpPr>
          <p:cNvPr id="44" name="43 Conector recto de flecha"/>
          <p:cNvCxnSpPr/>
          <p:nvPr/>
        </p:nvCxnSpPr>
        <p:spPr>
          <a:xfrm flipH="1">
            <a:off x="4997698" y="2283718"/>
            <a:ext cx="7264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44 CuadroTexto"/>
          <p:cNvSpPr txBox="1"/>
          <p:nvPr/>
        </p:nvSpPr>
        <p:spPr>
          <a:xfrm>
            <a:off x="5034643" y="2037497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329</Words>
  <Application>Microsoft Office PowerPoint</Application>
  <PresentationFormat>Presentación en pantalla (16:9)</PresentationFormat>
  <Paragraphs>146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</vt:vector>
  </TitlesOfParts>
  <Company>http://www.centor.mx.gd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Centor</dc:creator>
  <cp:lastModifiedBy>Centor</cp:lastModifiedBy>
  <cp:revision>87</cp:revision>
  <dcterms:created xsi:type="dcterms:W3CDTF">2021-07-14T21:10:51Z</dcterms:created>
  <dcterms:modified xsi:type="dcterms:W3CDTF">2021-08-03T07:05:29Z</dcterms:modified>
</cp:coreProperties>
</file>