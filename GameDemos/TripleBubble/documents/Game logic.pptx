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6" r:id="rId3"/>
    <p:sldId id="258" r:id="rId4"/>
    <p:sldId id="259" r:id="rId5"/>
    <p:sldId id="261" r:id="rId6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31" autoAdjust="0"/>
  </p:normalViewPr>
  <p:slideViewPr>
    <p:cSldViewPr>
      <p:cViewPr>
        <p:scale>
          <a:sx n="150" d="100"/>
          <a:sy n="150" d="100"/>
        </p:scale>
        <p:origin x="-552" y="-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AC650-DBF9-4A09-A121-599FBE05A731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67200-090D-48EA-BA2E-2D09EFAD549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067200-090D-48EA-BA2E-2D09EFAD549B}" type="slidenum">
              <a:rPr lang="es-ES" smtClean="0"/>
              <a:pPr/>
              <a:t>2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0E6F0-A8CF-4EEC-A770-99729A977B58}" type="datetimeFigureOut">
              <a:rPr lang="es-ES" smtClean="0"/>
              <a:pPr/>
              <a:t>26/07/2021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AE270-8282-4C8B-A7B4-D31E600BD5F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771800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Gameplay scene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4716016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Playfield (s)</a:t>
            </a:r>
            <a:endParaRPr lang="es-ES" sz="1200">
              <a:solidFill>
                <a:srgbClr val="0000FF"/>
              </a:solidFill>
            </a:endParaRPr>
          </a:p>
        </p:txBody>
      </p:sp>
      <p:cxnSp>
        <p:nvCxnSpPr>
          <p:cNvPr id="9" name="8 Conector recto de flecha"/>
          <p:cNvCxnSpPr>
            <a:stCxn id="4" idx="3"/>
            <a:endCxn id="8" idx="1"/>
          </p:cNvCxnSpPr>
          <p:nvPr/>
        </p:nvCxnSpPr>
        <p:spPr>
          <a:xfrm>
            <a:off x="3923928" y="221171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Rectángulo redondeado"/>
          <p:cNvSpPr/>
          <p:nvPr/>
        </p:nvSpPr>
        <p:spPr>
          <a:xfrm>
            <a:off x="4716016" y="300379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Launcher (s)</a:t>
            </a:r>
            <a:endParaRPr lang="es-ES" sz="1200">
              <a:solidFill>
                <a:srgbClr val="0000FF"/>
              </a:solidFill>
            </a:endParaRPr>
          </a:p>
        </p:txBody>
      </p:sp>
      <p:cxnSp>
        <p:nvCxnSpPr>
          <p:cNvPr id="14" name="13 Conector recto de flecha"/>
          <p:cNvCxnSpPr>
            <a:stCxn id="10" idx="0"/>
            <a:endCxn id="8" idx="2"/>
          </p:cNvCxnSpPr>
          <p:nvPr/>
        </p:nvCxnSpPr>
        <p:spPr>
          <a:xfrm flipV="1">
            <a:off x="5292080" y="2499742"/>
            <a:ext cx="0" cy="504056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6660232" y="300379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Bubble</a:t>
            </a:r>
            <a:endParaRPr lang="es-ES" sz="1200">
              <a:solidFill>
                <a:srgbClr val="0000FF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4716016" y="408391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rgbClr val="0000FF"/>
                </a:solidFill>
              </a:rPr>
              <a:t>Character</a:t>
            </a:r>
            <a:endParaRPr lang="es-ES" sz="1200">
              <a:solidFill>
                <a:srgbClr val="0000FF"/>
              </a:solidFill>
            </a:endParaRPr>
          </a:p>
        </p:txBody>
      </p:sp>
      <p:cxnSp>
        <p:nvCxnSpPr>
          <p:cNvPr id="19" name="18 Conector recto de flecha"/>
          <p:cNvCxnSpPr>
            <a:stCxn id="10" idx="3"/>
            <a:endCxn id="17" idx="1"/>
          </p:cNvCxnSpPr>
          <p:nvPr/>
        </p:nvCxnSpPr>
        <p:spPr>
          <a:xfrm>
            <a:off x="5868144" y="329183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251520" y="11418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Gameplay objects: Relationships and control flow</a:t>
            </a:r>
            <a:endParaRPr lang="es-ES"/>
          </a:p>
        </p:txBody>
      </p:sp>
      <p:cxnSp>
        <p:nvCxnSpPr>
          <p:cNvPr id="16" name="15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Forma"/>
          <p:cNvCxnSpPr>
            <a:endCxn id="10" idx="1"/>
          </p:cNvCxnSpPr>
          <p:nvPr/>
        </p:nvCxnSpPr>
        <p:spPr>
          <a:xfrm>
            <a:off x="3491880" y="2499742"/>
            <a:ext cx="1224136" cy="792088"/>
          </a:xfrm>
          <a:prstGeom prst="bentConnector3">
            <a:avLst>
              <a:gd name="adj1" fmla="val -31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5292080" y="264375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References</a:t>
            </a:r>
            <a:endParaRPr lang="es-ES" sz="1000"/>
          </a:p>
        </p:txBody>
      </p:sp>
      <p:cxnSp>
        <p:nvCxnSpPr>
          <p:cNvPr id="22" name="21 Forma"/>
          <p:cNvCxnSpPr>
            <a:stCxn id="4" idx="2"/>
            <a:endCxn id="18" idx="1"/>
          </p:cNvCxnSpPr>
          <p:nvPr/>
        </p:nvCxnSpPr>
        <p:spPr>
          <a:xfrm rot="16200000" flipH="1">
            <a:off x="3095836" y="2751770"/>
            <a:ext cx="1872208" cy="13681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Rectángulo redondeado"/>
          <p:cNvSpPr/>
          <p:nvPr/>
        </p:nvSpPr>
        <p:spPr>
          <a:xfrm>
            <a:off x="971600" y="1923678"/>
            <a:ext cx="1152128" cy="576064"/>
          </a:xfrm>
          <a:prstGeom prst="roundRect">
            <a:avLst>
              <a:gd name="adj" fmla="val 10396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>
                <a:solidFill>
                  <a:schemeClr val="tx1"/>
                </a:solidFill>
              </a:rPr>
              <a:t>Main loop</a:t>
            </a:r>
          </a:p>
        </p:txBody>
      </p:sp>
      <p:cxnSp>
        <p:nvCxnSpPr>
          <p:cNvPr id="42" name="41 Conector recto de flecha"/>
          <p:cNvCxnSpPr>
            <a:stCxn id="41" idx="3"/>
            <a:endCxn id="4" idx="1"/>
          </p:cNvCxnSpPr>
          <p:nvPr/>
        </p:nvCxnSpPr>
        <p:spPr>
          <a:xfrm>
            <a:off x="2123728" y="2211710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2123728" y="2253521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46" name="45 CuadroTexto"/>
          <p:cNvSpPr txBox="1"/>
          <p:nvPr/>
        </p:nvSpPr>
        <p:spPr>
          <a:xfrm>
            <a:off x="3995936" y="192367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1" name="50 CuadroTexto"/>
          <p:cNvSpPr txBox="1"/>
          <p:nvPr/>
        </p:nvSpPr>
        <p:spPr>
          <a:xfrm>
            <a:off x="3995936" y="2973601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2" name="51 CuadroTexto"/>
          <p:cNvSpPr txBox="1"/>
          <p:nvPr/>
        </p:nvSpPr>
        <p:spPr>
          <a:xfrm>
            <a:off x="3995936" y="4371950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sp>
        <p:nvSpPr>
          <p:cNvPr id="54" name="53 CuadroTexto"/>
          <p:cNvSpPr txBox="1"/>
          <p:nvPr/>
        </p:nvSpPr>
        <p:spPr>
          <a:xfrm>
            <a:off x="5940152" y="3003798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Updates</a:t>
            </a:r>
            <a:endParaRPr lang="es-ES" sz="1000"/>
          </a:p>
        </p:txBody>
      </p:sp>
      <p:cxnSp>
        <p:nvCxnSpPr>
          <p:cNvPr id="58" name="57 Conector recto de flecha"/>
          <p:cNvCxnSpPr>
            <a:stCxn id="8" idx="3"/>
          </p:cNvCxnSpPr>
          <p:nvPr/>
        </p:nvCxnSpPr>
        <p:spPr>
          <a:xfrm>
            <a:off x="5868144" y="221171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Forma"/>
          <p:cNvCxnSpPr>
            <a:stCxn id="4" idx="0"/>
          </p:cNvCxnSpPr>
          <p:nvPr/>
        </p:nvCxnSpPr>
        <p:spPr>
          <a:xfrm rot="5400000" flipH="1" flipV="1">
            <a:off x="3671900" y="879562"/>
            <a:ext cx="720080" cy="136815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61 CuadroTexto"/>
          <p:cNvSpPr txBox="1"/>
          <p:nvPr/>
        </p:nvSpPr>
        <p:spPr>
          <a:xfrm>
            <a:off x="4860032" y="1019512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1000" smtClean="0"/>
              <a:t> Scoreboard</a:t>
            </a:r>
          </a:p>
          <a:p>
            <a:pPr>
              <a:buFont typeface="Arial" pitchFamily="34" charset="0"/>
              <a:buChar char="•"/>
            </a:pPr>
            <a:r>
              <a:rPr lang="es-ES" sz="1000" smtClean="0"/>
              <a:t> Ceiling drop contraptions</a:t>
            </a:r>
            <a:endParaRPr lang="es-ES" sz="1000"/>
          </a:p>
        </p:txBody>
      </p:sp>
      <p:sp>
        <p:nvSpPr>
          <p:cNvPr id="63" name="62 Abrir llave"/>
          <p:cNvSpPr/>
          <p:nvPr/>
        </p:nvSpPr>
        <p:spPr>
          <a:xfrm>
            <a:off x="4788024" y="915566"/>
            <a:ext cx="144016" cy="576064"/>
          </a:xfrm>
          <a:prstGeom prst="leftBrace">
            <a:avLst>
              <a:gd name="adj1" fmla="val 4801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" name="63 CuadroTexto"/>
          <p:cNvSpPr txBox="1"/>
          <p:nvPr/>
        </p:nvSpPr>
        <p:spPr>
          <a:xfrm>
            <a:off x="6876256" y="1945744"/>
            <a:ext cx="1512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sz="1000" smtClean="0"/>
              <a:t> Points animations</a:t>
            </a:r>
          </a:p>
          <a:p>
            <a:pPr>
              <a:buFont typeface="Arial" pitchFamily="34" charset="0"/>
              <a:buChar char="•"/>
            </a:pPr>
            <a:r>
              <a:rPr lang="es-ES" sz="1000" smtClean="0"/>
              <a:t> Falling bubbles</a:t>
            </a:r>
          </a:p>
          <a:p>
            <a:pPr>
              <a:buFont typeface="Arial" pitchFamily="34" charset="0"/>
              <a:buChar char="•"/>
            </a:pPr>
            <a:r>
              <a:rPr lang="es-ES" sz="1000" smtClean="0"/>
              <a:t> Burst &amp; placed bubbles</a:t>
            </a:r>
            <a:endParaRPr lang="es-ES" sz="1000"/>
          </a:p>
        </p:txBody>
      </p:sp>
      <p:sp>
        <p:nvSpPr>
          <p:cNvPr id="65" name="64 Abrir llave"/>
          <p:cNvSpPr/>
          <p:nvPr/>
        </p:nvSpPr>
        <p:spPr>
          <a:xfrm>
            <a:off x="6732240" y="1923678"/>
            <a:ext cx="144016" cy="576064"/>
          </a:xfrm>
          <a:prstGeom prst="leftBrace">
            <a:avLst>
              <a:gd name="adj1" fmla="val 48016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6" name="65 CuadroTexto"/>
          <p:cNvSpPr txBox="1"/>
          <p:nvPr/>
        </p:nvSpPr>
        <p:spPr>
          <a:xfrm>
            <a:off x="3995936" y="915566"/>
            <a:ext cx="622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Controls</a:t>
            </a:r>
            <a:endParaRPr lang="es-ES" sz="1000"/>
          </a:p>
        </p:txBody>
      </p:sp>
      <p:sp>
        <p:nvSpPr>
          <p:cNvPr id="67" name="66 CuadroTexto"/>
          <p:cNvSpPr txBox="1"/>
          <p:nvPr/>
        </p:nvSpPr>
        <p:spPr>
          <a:xfrm>
            <a:off x="5940152" y="1923678"/>
            <a:ext cx="6222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Controls</a:t>
            </a:r>
            <a:endParaRPr lang="es-ES" sz="1000"/>
          </a:p>
        </p:txBody>
      </p:sp>
      <p:cxnSp>
        <p:nvCxnSpPr>
          <p:cNvPr id="34" name="33 Conector recto de flecha"/>
          <p:cNvCxnSpPr>
            <a:stCxn id="18" idx="0"/>
            <a:endCxn id="10" idx="2"/>
          </p:cNvCxnSpPr>
          <p:nvPr/>
        </p:nvCxnSpPr>
        <p:spPr>
          <a:xfrm flipV="1">
            <a:off x="5292080" y="3579862"/>
            <a:ext cx="0" cy="504056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5292080" y="372387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References</a:t>
            </a:r>
            <a:endParaRPr lang="es-E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2051720" y="2757577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intro</a:t>
            </a:r>
            <a:endParaRPr lang="es-ES" sz="1200"/>
          </a:p>
        </p:txBody>
      </p:sp>
      <p:sp>
        <p:nvSpPr>
          <p:cNvPr id="19" name="18 Rectángulo redondeado"/>
          <p:cNvSpPr/>
          <p:nvPr/>
        </p:nvSpPr>
        <p:spPr>
          <a:xfrm>
            <a:off x="3707904" y="2757577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Gameplay</a:t>
            </a:r>
            <a:endParaRPr lang="es-ES" sz="1200"/>
          </a:p>
        </p:txBody>
      </p:sp>
      <p:cxnSp>
        <p:nvCxnSpPr>
          <p:cNvPr id="20" name="19 Conector recto de flecha"/>
          <p:cNvCxnSpPr>
            <a:stCxn id="4" idx="3"/>
            <a:endCxn id="19" idx="1"/>
          </p:cNvCxnSpPr>
          <p:nvPr/>
        </p:nvCxnSpPr>
        <p:spPr>
          <a:xfrm>
            <a:off x="3059832" y="2973601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Rectángulo redondeado"/>
          <p:cNvSpPr/>
          <p:nvPr/>
        </p:nvSpPr>
        <p:spPr>
          <a:xfrm>
            <a:off x="5364088" y="2757577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clear</a:t>
            </a:r>
            <a:endParaRPr lang="es-ES" sz="1200"/>
          </a:p>
        </p:txBody>
      </p:sp>
      <p:cxnSp>
        <p:nvCxnSpPr>
          <p:cNvPr id="22" name="21 Conector recto de flecha"/>
          <p:cNvCxnSpPr>
            <a:stCxn id="19" idx="3"/>
            <a:endCxn id="21" idx="1"/>
          </p:cNvCxnSpPr>
          <p:nvPr/>
        </p:nvCxnSpPr>
        <p:spPr>
          <a:xfrm>
            <a:off x="4716016" y="2973601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Rectángulo redondeado"/>
          <p:cNvSpPr/>
          <p:nvPr/>
        </p:nvSpPr>
        <p:spPr>
          <a:xfrm>
            <a:off x="3707904" y="3765689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Death</a:t>
            </a:r>
            <a:endParaRPr lang="es-ES" sz="1200"/>
          </a:p>
        </p:txBody>
      </p:sp>
      <p:cxnSp>
        <p:nvCxnSpPr>
          <p:cNvPr id="24" name="23 Conector recto de flecha"/>
          <p:cNvCxnSpPr>
            <a:stCxn id="19" idx="2"/>
            <a:endCxn id="23" idx="0"/>
          </p:cNvCxnSpPr>
          <p:nvPr/>
        </p:nvCxnSpPr>
        <p:spPr>
          <a:xfrm>
            <a:off x="4211960" y="3189625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Rectángulo redondeado"/>
          <p:cNvSpPr/>
          <p:nvPr/>
        </p:nvSpPr>
        <p:spPr>
          <a:xfrm>
            <a:off x="3707904" y="1821473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Pause menu</a:t>
            </a:r>
            <a:endParaRPr lang="es-ES" sz="1200"/>
          </a:p>
        </p:txBody>
      </p:sp>
      <p:sp>
        <p:nvSpPr>
          <p:cNvPr id="28" name="27 Rectángulo redondeado"/>
          <p:cNvSpPr/>
          <p:nvPr/>
        </p:nvSpPr>
        <p:spPr>
          <a:xfrm>
            <a:off x="7020272" y="2757577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Show score</a:t>
            </a:r>
            <a:endParaRPr lang="es-ES" sz="1200"/>
          </a:p>
        </p:txBody>
      </p:sp>
      <p:cxnSp>
        <p:nvCxnSpPr>
          <p:cNvPr id="29" name="28 Conector recto de flecha"/>
          <p:cNvCxnSpPr>
            <a:stCxn id="21" idx="3"/>
            <a:endCxn id="28" idx="1"/>
          </p:cNvCxnSpPr>
          <p:nvPr/>
        </p:nvCxnSpPr>
        <p:spPr>
          <a:xfrm>
            <a:off x="6372200" y="2973601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>
            <a:stCxn id="28" idx="3"/>
            <a:endCxn id="32" idx="2"/>
          </p:cNvCxnSpPr>
          <p:nvPr/>
        </p:nvCxnSpPr>
        <p:spPr>
          <a:xfrm>
            <a:off x="8028384" y="2973601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33 Grupo"/>
          <p:cNvGrpSpPr/>
          <p:nvPr/>
        </p:nvGrpSpPr>
        <p:grpSpPr>
          <a:xfrm>
            <a:off x="8460432" y="2829585"/>
            <a:ext cx="288032" cy="288032"/>
            <a:chOff x="7812360" y="2283718"/>
            <a:chExt cx="288032" cy="288032"/>
          </a:xfrm>
        </p:grpSpPr>
        <p:sp>
          <p:nvSpPr>
            <p:cNvPr id="32" name="31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32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36" name="35 Conector recto de flecha"/>
          <p:cNvCxnSpPr/>
          <p:nvPr/>
        </p:nvCxnSpPr>
        <p:spPr>
          <a:xfrm flipV="1">
            <a:off x="4355976" y="2253521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Forma"/>
          <p:cNvCxnSpPr>
            <a:stCxn id="23" idx="1"/>
          </p:cNvCxnSpPr>
          <p:nvPr/>
        </p:nvCxnSpPr>
        <p:spPr>
          <a:xfrm rot="10800000">
            <a:off x="1043608" y="3189625"/>
            <a:ext cx="2664296" cy="792088"/>
          </a:xfrm>
          <a:prstGeom prst="bentConnector3">
            <a:avLst>
              <a:gd name="adj1" fmla="val 10005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Rectángulo redondeado"/>
          <p:cNvSpPr/>
          <p:nvPr/>
        </p:nvSpPr>
        <p:spPr>
          <a:xfrm>
            <a:off x="395536" y="2757577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 level</a:t>
            </a:r>
            <a:endParaRPr lang="es-ES" sz="1200"/>
          </a:p>
        </p:txBody>
      </p:sp>
      <p:cxnSp>
        <p:nvCxnSpPr>
          <p:cNvPr id="70" name="69 Conector recto de flecha"/>
          <p:cNvCxnSpPr>
            <a:stCxn id="25" idx="3"/>
            <a:endCxn id="4" idx="1"/>
          </p:cNvCxnSpPr>
          <p:nvPr/>
        </p:nvCxnSpPr>
        <p:spPr>
          <a:xfrm>
            <a:off x="1403648" y="2973601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101 CuadroTexto"/>
          <p:cNvSpPr txBox="1"/>
          <p:nvPr/>
        </p:nvSpPr>
        <p:spPr>
          <a:xfrm>
            <a:off x="251520" y="11418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Gameplay scene</a:t>
            </a:r>
            <a:endParaRPr lang="es-ES"/>
          </a:p>
        </p:txBody>
      </p:sp>
      <p:cxnSp>
        <p:nvCxnSpPr>
          <p:cNvPr id="103" name="10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104 Forma"/>
          <p:cNvCxnSpPr>
            <a:stCxn id="35" idx="3"/>
            <a:endCxn id="32" idx="0"/>
          </p:cNvCxnSpPr>
          <p:nvPr/>
        </p:nvCxnSpPr>
        <p:spPr>
          <a:xfrm>
            <a:off x="6372200" y="2037497"/>
            <a:ext cx="2232248" cy="7920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5364088" y="1821473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Quit</a:t>
            </a:r>
            <a:endParaRPr lang="es-ES" sz="1200"/>
          </a:p>
        </p:txBody>
      </p:sp>
      <p:cxnSp>
        <p:nvCxnSpPr>
          <p:cNvPr id="38" name="37 Conector recto de flecha"/>
          <p:cNvCxnSpPr>
            <a:stCxn id="27" idx="3"/>
            <a:endCxn id="35" idx="1"/>
          </p:cNvCxnSpPr>
          <p:nvPr/>
        </p:nvCxnSpPr>
        <p:spPr>
          <a:xfrm>
            <a:off x="4716016" y="2037497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/>
          <p:nvPr/>
        </p:nvCxnSpPr>
        <p:spPr>
          <a:xfrm>
            <a:off x="4067944" y="2253521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Elipse"/>
          <p:cNvSpPr/>
          <p:nvPr/>
        </p:nvSpPr>
        <p:spPr>
          <a:xfrm>
            <a:off x="755576" y="1173401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0" name="39 Conector recto de flecha"/>
          <p:cNvCxnSpPr>
            <a:stCxn id="39" idx="4"/>
            <a:endCxn id="42" idx="0"/>
          </p:cNvCxnSpPr>
          <p:nvPr/>
        </p:nvCxnSpPr>
        <p:spPr>
          <a:xfrm>
            <a:off x="899592" y="1461433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1 Rectángulo redondeado"/>
          <p:cNvSpPr/>
          <p:nvPr/>
        </p:nvSpPr>
        <p:spPr>
          <a:xfrm>
            <a:off x="395536" y="1821473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cxnSp>
        <p:nvCxnSpPr>
          <p:cNvPr id="44" name="43 Conector recto de flecha"/>
          <p:cNvCxnSpPr>
            <a:stCxn id="42" idx="2"/>
            <a:endCxn id="25" idx="0"/>
          </p:cNvCxnSpPr>
          <p:nvPr/>
        </p:nvCxnSpPr>
        <p:spPr>
          <a:xfrm>
            <a:off x="899592" y="2253521"/>
            <a:ext cx="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CuadroTexto"/>
          <p:cNvSpPr txBox="1"/>
          <p:nvPr/>
        </p:nvSpPr>
        <p:spPr>
          <a:xfrm>
            <a:off x="899592" y="232552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6" name="45 CuadroTexto"/>
          <p:cNvSpPr txBox="1"/>
          <p:nvPr/>
        </p:nvSpPr>
        <p:spPr>
          <a:xfrm>
            <a:off x="3059832" y="3015412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7" name="46 CuadroTexto"/>
          <p:cNvSpPr txBox="1"/>
          <p:nvPr/>
        </p:nvSpPr>
        <p:spPr>
          <a:xfrm>
            <a:off x="1403648" y="3015412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48" name="47 CuadroTexto"/>
          <p:cNvSpPr txBox="1"/>
          <p:nvPr/>
        </p:nvSpPr>
        <p:spPr>
          <a:xfrm>
            <a:off x="4412219" y="2285459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C00000"/>
                </a:solidFill>
              </a:rPr>
              <a:t>Start</a:t>
            </a:r>
          </a:p>
          <a:p>
            <a:r>
              <a:rPr lang="es-ES" sz="1000" smtClean="0">
                <a:solidFill>
                  <a:srgbClr val="C00000"/>
                </a:solidFill>
              </a:rPr>
              <a:t>pressed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3347864" y="2285459"/>
            <a:ext cx="659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>
                <a:solidFill>
                  <a:srgbClr val="C00000"/>
                </a:solidFill>
              </a:rPr>
              <a:t>Continue</a:t>
            </a:r>
          </a:p>
          <a:p>
            <a:pPr algn="r"/>
            <a:r>
              <a:rPr lang="es-ES" sz="1000" smtClean="0">
                <a:solidFill>
                  <a:srgbClr val="C00000"/>
                </a:solidFill>
              </a:rPr>
              <a:t>chosen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4737120" y="1605449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Quit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chosen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51" name="50 CuadroTexto"/>
          <p:cNvSpPr txBox="1"/>
          <p:nvPr/>
        </p:nvSpPr>
        <p:spPr>
          <a:xfrm>
            <a:off x="6372200" y="1749465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2" name="51 CuadroTexto"/>
          <p:cNvSpPr txBox="1"/>
          <p:nvPr/>
        </p:nvSpPr>
        <p:spPr>
          <a:xfrm>
            <a:off x="3491880" y="3261633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>
                <a:solidFill>
                  <a:srgbClr val="C00000"/>
                </a:solidFill>
              </a:rPr>
              <a:t>Death line</a:t>
            </a:r>
          </a:p>
          <a:p>
            <a:pPr algn="r"/>
            <a:r>
              <a:rPr lang="es-ES" sz="1000" smtClean="0">
                <a:solidFill>
                  <a:srgbClr val="C00000"/>
                </a:solidFill>
              </a:rPr>
              <a:t>is crossed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53" name="52 CuadroTexto"/>
          <p:cNvSpPr txBox="1"/>
          <p:nvPr/>
        </p:nvSpPr>
        <p:spPr>
          <a:xfrm>
            <a:off x="3059832" y="3981713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4" name="53 CuadroTexto"/>
          <p:cNvSpPr txBox="1"/>
          <p:nvPr/>
        </p:nvSpPr>
        <p:spPr>
          <a:xfrm>
            <a:off x="4767450" y="2995667"/>
            <a:ext cx="5966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No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bubbles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remain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55" name="54 CuadroTexto"/>
          <p:cNvSpPr txBox="1"/>
          <p:nvPr/>
        </p:nvSpPr>
        <p:spPr>
          <a:xfrm>
            <a:off x="6372200" y="3045609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56" name="55 CuadroTexto"/>
          <p:cNvSpPr txBox="1"/>
          <p:nvPr/>
        </p:nvSpPr>
        <p:spPr>
          <a:xfrm>
            <a:off x="8028384" y="3117617"/>
            <a:ext cx="716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(last level)</a:t>
            </a:r>
            <a:endParaRPr lang="es-ES" sz="1000"/>
          </a:p>
        </p:txBody>
      </p:sp>
      <p:cxnSp>
        <p:nvCxnSpPr>
          <p:cNvPr id="59" name="44 Forma"/>
          <p:cNvCxnSpPr>
            <a:stCxn id="28" idx="2"/>
            <a:endCxn id="25" idx="2"/>
          </p:cNvCxnSpPr>
          <p:nvPr/>
        </p:nvCxnSpPr>
        <p:spPr>
          <a:xfrm rot="5400000">
            <a:off x="4211960" y="-122743"/>
            <a:ext cx="12700" cy="6624736"/>
          </a:xfrm>
          <a:prstGeom prst="bentConnector3">
            <a:avLst>
              <a:gd name="adj1" fmla="val 985000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63 CuadroTexto"/>
          <p:cNvSpPr txBox="1"/>
          <p:nvPr/>
        </p:nvSpPr>
        <p:spPr>
          <a:xfrm>
            <a:off x="6228184" y="3971840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Finished</a:t>
            </a:r>
          </a:p>
          <a:p>
            <a:pPr algn="r"/>
            <a:r>
              <a:rPr lang="es-ES" sz="1000" smtClean="0"/>
              <a:t>(more levels remain)</a:t>
            </a:r>
            <a:endParaRPr lang="es-E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95 Conector angular"/>
          <p:cNvCxnSpPr/>
          <p:nvPr/>
        </p:nvCxnSpPr>
        <p:spPr>
          <a:xfrm>
            <a:off x="4139952" y="3003798"/>
            <a:ext cx="1080120" cy="576064"/>
          </a:xfrm>
          <a:prstGeom prst="bentConnector3">
            <a:avLst>
              <a:gd name="adj1" fmla="val 326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95 Conector angular"/>
          <p:cNvCxnSpPr>
            <a:endCxn id="18" idx="1"/>
          </p:cNvCxnSpPr>
          <p:nvPr/>
        </p:nvCxnSpPr>
        <p:spPr>
          <a:xfrm flipV="1">
            <a:off x="4181365" y="1965489"/>
            <a:ext cx="1038707" cy="678269"/>
          </a:xfrm>
          <a:prstGeom prst="bentConnector3">
            <a:avLst>
              <a:gd name="adj1" fmla="val -43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4 Rectángulo redondeado"/>
          <p:cNvSpPr/>
          <p:nvPr/>
        </p:nvSpPr>
        <p:spPr>
          <a:xfrm>
            <a:off x="1763688" y="261356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sp>
        <p:nvSpPr>
          <p:cNvPr id="6" name="5 Elipse"/>
          <p:cNvSpPr/>
          <p:nvPr/>
        </p:nvSpPr>
        <p:spPr>
          <a:xfrm>
            <a:off x="1115616" y="2685569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 de flecha"/>
          <p:cNvCxnSpPr>
            <a:stCxn id="6" idx="6"/>
            <a:endCxn id="5" idx="1"/>
          </p:cNvCxnSpPr>
          <p:nvPr/>
        </p:nvCxnSpPr>
        <p:spPr>
          <a:xfrm>
            <a:off x="1403648" y="2829585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5220072" y="261356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Drop ceiling</a:t>
            </a:r>
            <a:endParaRPr lang="es-ES" sz="1200"/>
          </a:p>
        </p:txBody>
      </p:sp>
      <p:sp>
        <p:nvSpPr>
          <p:cNvPr id="10" name="9 Rectángulo redondeado"/>
          <p:cNvSpPr/>
          <p:nvPr/>
        </p:nvSpPr>
        <p:spPr>
          <a:xfrm>
            <a:off x="5220072" y="3477657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Place new bubble</a:t>
            </a:r>
            <a:endParaRPr lang="es-ES" sz="1200"/>
          </a:p>
        </p:txBody>
      </p:sp>
      <p:sp>
        <p:nvSpPr>
          <p:cNvPr id="12" name="11 CuadroTexto"/>
          <p:cNvSpPr txBox="1"/>
          <p:nvPr/>
        </p:nvSpPr>
        <p:spPr>
          <a:xfrm>
            <a:off x="251520" y="11418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Playfield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 redondeado"/>
          <p:cNvSpPr/>
          <p:nvPr/>
        </p:nvSpPr>
        <p:spPr>
          <a:xfrm>
            <a:off x="3491880" y="261356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Wait</a:t>
            </a:r>
            <a:endParaRPr lang="es-ES" sz="1200"/>
          </a:p>
        </p:txBody>
      </p:sp>
      <p:grpSp>
        <p:nvGrpSpPr>
          <p:cNvPr id="42" name="41 Grupo"/>
          <p:cNvGrpSpPr/>
          <p:nvPr/>
        </p:nvGrpSpPr>
        <p:grpSpPr>
          <a:xfrm>
            <a:off x="5724128" y="885369"/>
            <a:ext cx="288032" cy="288032"/>
            <a:chOff x="7812360" y="2283718"/>
            <a:chExt cx="288032" cy="288032"/>
          </a:xfrm>
        </p:grpSpPr>
        <p:sp>
          <p:nvSpPr>
            <p:cNvPr id="43" name="42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43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9" name="48 Conector recto de flecha"/>
          <p:cNvCxnSpPr>
            <a:endCxn id="43" idx="4"/>
          </p:cNvCxnSpPr>
          <p:nvPr/>
        </p:nvCxnSpPr>
        <p:spPr>
          <a:xfrm flipV="1">
            <a:off x="5868144" y="1173401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>
            <a:stCxn id="5" idx="3"/>
            <a:endCxn id="14" idx="1"/>
          </p:cNvCxnSpPr>
          <p:nvPr/>
        </p:nvCxnSpPr>
        <p:spPr>
          <a:xfrm>
            <a:off x="2771800" y="2829585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angular"/>
          <p:cNvCxnSpPr>
            <a:stCxn id="18" idx="0"/>
            <a:endCxn id="14" idx="0"/>
          </p:cNvCxnSpPr>
          <p:nvPr/>
        </p:nvCxnSpPr>
        <p:spPr>
          <a:xfrm rot="16200000" flipH="1" flipV="1">
            <a:off x="4427984" y="1317417"/>
            <a:ext cx="864096" cy="1728192"/>
          </a:xfrm>
          <a:prstGeom prst="bentConnector3">
            <a:avLst>
              <a:gd name="adj1" fmla="val -2645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95 Conector angular"/>
          <p:cNvCxnSpPr>
            <a:stCxn id="10" idx="1"/>
            <a:endCxn id="14" idx="2"/>
          </p:cNvCxnSpPr>
          <p:nvPr/>
        </p:nvCxnSpPr>
        <p:spPr>
          <a:xfrm rot="10800000">
            <a:off x="3995936" y="3045609"/>
            <a:ext cx="1224136" cy="64807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64 CuadroTexto"/>
          <p:cNvSpPr txBox="1"/>
          <p:nvPr/>
        </p:nvSpPr>
        <p:spPr>
          <a:xfrm>
            <a:off x="2802395" y="2829585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74" name="73 CuadroTexto"/>
          <p:cNvSpPr txBox="1"/>
          <p:nvPr/>
        </p:nvSpPr>
        <p:spPr>
          <a:xfrm>
            <a:off x="5872837" y="1277347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(level clear)</a:t>
            </a:r>
            <a:endParaRPr lang="es-ES" sz="1000"/>
          </a:p>
        </p:txBody>
      </p:sp>
      <p:sp>
        <p:nvSpPr>
          <p:cNvPr id="88" name="87 CuadroTexto"/>
          <p:cNvSpPr txBox="1"/>
          <p:nvPr/>
        </p:nvSpPr>
        <p:spPr>
          <a:xfrm>
            <a:off x="4427984" y="113159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Finished</a:t>
            </a:r>
          </a:p>
          <a:p>
            <a:pPr algn="r"/>
            <a:r>
              <a:rPr lang="es-ES" sz="1000" smtClean="0"/>
              <a:t>(bubbles remain)</a:t>
            </a:r>
            <a:endParaRPr lang="es-ES" sz="1000"/>
          </a:p>
        </p:txBody>
      </p:sp>
      <p:cxnSp>
        <p:nvCxnSpPr>
          <p:cNvPr id="89" name="88 Conector angular"/>
          <p:cNvCxnSpPr>
            <a:stCxn id="10" idx="2"/>
          </p:cNvCxnSpPr>
          <p:nvPr/>
        </p:nvCxnSpPr>
        <p:spPr>
          <a:xfrm rot="5400000" flipH="1">
            <a:off x="3635896" y="1821473"/>
            <a:ext cx="864096" cy="3312368"/>
          </a:xfrm>
          <a:prstGeom prst="bentConnector4">
            <a:avLst>
              <a:gd name="adj1" fmla="val -38948"/>
              <a:gd name="adj2" fmla="val 9997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101 CuadroTexto"/>
          <p:cNvSpPr txBox="1"/>
          <p:nvPr/>
        </p:nvSpPr>
        <p:spPr>
          <a:xfrm>
            <a:off x="5724128" y="3939902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Finished (death)</a:t>
            </a:r>
            <a:endParaRPr lang="es-ES" sz="1000"/>
          </a:p>
        </p:txBody>
      </p:sp>
      <p:sp>
        <p:nvSpPr>
          <p:cNvPr id="103" name="102 CuadroTexto"/>
          <p:cNvSpPr txBox="1"/>
          <p:nvPr/>
        </p:nvSpPr>
        <p:spPr>
          <a:xfrm>
            <a:off x="4533401" y="2427734"/>
            <a:ext cx="728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</a:p>
          <a:p>
            <a:pPr algn="r"/>
            <a:r>
              <a:rPr lang="es-ES" sz="1000" smtClean="0"/>
              <a:t>(no death)</a:t>
            </a:r>
            <a:endParaRPr lang="es-ES" sz="1000"/>
          </a:p>
        </p:txBody>
      </p:sp>
      <p:sp>
        <p:nvSpPr>
          <p:cNvPr id="104" name="103 CuadroTexto"/>
          <p:cNvSpPr txBox="1"/>
          <p:nvPr/>
        </p:nvSpPr>
        <p:spPr>
          <a:xfrm>
            <a:off x="4419980" y="3683808"/>
            <a:ext cx="728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</a:p>
          <a:p>
            <a:pPr algn="r"/>
            <a:r>
              <a:rPr lang="es-ES" sz="1000" smtClean="0"/>
              <a:t>(no death)</a:t>
            </a:r>
            <a:endParaRPr lang="es-ES" sz="1000"/>
          </a:p>
        </p:txBody>
      </p:sp>
      <p:sp>
        <p:nvSpPr>
          <p:cNvPr id="106" name="105 CuadroTexto"/>
          <p:cNvSpPr txBox="1"/>
          <p:nvPr/>
        </p:nvSpPr>
        <p:spPr>
          <a:xfrm>
            <a:off x="4261409" y="3147814"/>
            <a:ext cx="8146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C00000"/>
                </a:solidFill>
              </a:rPr>
              <a:t>New bubble</a:t>
            </a:r>
          </a:p>
          <a:p>
            <a:r>
              <a:rPr lang="es-ES" sz="1000" smtClean="0">
                <a:solidFill>
                  <a:srgbClr val="C00000"/>
                </a:solidFill>
              </a:rPr>
              <a:t>(no burst)</a:t>
            </a:r>
            <a:endParaRPr lang="es-ES" sz="1000">
              <a:solidFill>
                <a:srgbClr val="C00000"/>
              </a:solidFill>
            </a:endParaRPr>
          </a:p>
        </p:txBody>
      </p:sp>
      <p:sp>
        <p:nvSpPr>
          <p:cNvPr id="107" name="106 CuadroTexto"/>
          <p:cNvSpPr txBox="1"/>
          <p:nvPr/>
        </p:nvSpPr>
        <p:spPr>
          <a:xfrm>
            <a:off x="4253373" y="1955616"/>
            <a:ext cx="843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New bubble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(burst)</a:t>
            </a:r>
            <a:endParaRPr lang="es-ES" sz="1000">
              <a:solidFill>
                <a:srgbClr val="C00000"/>
              </a:solidFill>
            </a:endParaRPr>
          </a:p>
        </p:txBody>
      </p:sp>
      <p:cxnSp>
        <p:nvCxnSpPr>
          <p:cNvPr id="108" name="107 Conector recto de flecha"/>
          <p:cNvCxnSpPr>
            <a:stCxn id="18" idx="2"/>
            <a:endCxn id="9" idx="0"/>
          </p:cNvCxnSpPr>
          <p:nvPr/>
        </p:nvCxnSpPr>
        <p:spPr>
          <a:xfrm>
            <a:off x="5724128" y="2181513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108 Conector recto de flecha"/>
          <p:cNvCxnSpPr>
            <a:stCxn id="10" idx="0"/>
            <a:endCxn id="9" idx="2"/>
          </p:cNvCxnSpPr>
          <p:nvPr/>
        </p:nvCxnSpPr>
        <p:spPr>
          <a:xfrm flipV="1">
            <a:off x="5724128" y="3045609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88 Conector angular"/>
          <p:cNvCxnSpPr>
            <a:stCxn id="9" idx="3"/>
            <a:endCxn id="5" idx="2"/>
          </p:cNvCxnSpPr>
          <p:nvPr/>
        </p:nvCxnSpPr>
        <p:spPr>
          <a:xfrm flipH="1">
            <a:off x="2267744" y="2829585"/>
            <a:ext cx="3960440" cy="216024"/>
          </a:xfrm>
          <a:prstGeom prst="bentConnector4">
            <a:avLst>
              <a:gd name="adj1" fmla="val -22127"/>
              <a:gd name="adj2" fmla="val 7202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88 Conector angular"/>
          <p:cNvCxnSpPr/>
          <p:nvPr/>
        </p:nvCxnSpPr>
        <p:spPr>
          <a:xfrm flipH="1">
            <a:off x="2123728" y="1965489"/>
            <a:ext cx="3960440" cy="1080120"/>
          </a:xfrm>
          <a:prstGeom prst="bentConnector4">
            <a:avLst>
              <a:gd name="adj1" fmla="val -29181"/>
              <a:gd name="adj2" fmla="val 23639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135 CuadroTexto"/>
          <p:cNvSpPr txBox="1"/>
          <p:nvPr/>
        </p:nvSpPr>
        <p:spPr>
          <a:xfrm>
            <a:off x="5724128" y="3045609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(drop pending)</a:t>
            </a:r>
            <a:endParaRPr lang="es-ES" sz="1000"/>
          </a:p>
        </p:txBody>
      </p:sp>
      <p:sp>
        <p:nvSpPr>
          <p:cNvPr id="140" name="139 CuadroTexto"/>
          <p:cNvSpPr txBox="1"/>
          <p:nvPr/>
        </p:nvSpPr>
        <p:spPr>
          <a:xfrm>
            <a:off x="5724128" y="2181513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(drop pending)</a:t>
            </a:r>
            <a:endParaRPr lang="es-ES" sz="1000"/>
          </a:p>
        </p:txBody>
      </p:sp>
      <p:sp>
        <p:nvSpPr>
          <p:cNvPr id="18" name="17 Rectángulo redondeado"/>
          <p:cNvSpPr/>
          <p:nvPr/>
        </p:nvSpPr>
        <p:spPr>
          <a:xfrm>
            <a:off x="5220072" y="1749465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Burst bubbles</a:t>
            </a:r>
            <a:endParaRPr lang="es-ES" sz="1200"/>
          </a:p>
        </p:txBody>
      </p:sp>
      <p:cxnSp>
        <p:nvCxnSpPr>
          <p:cNvPr id="151" name="150 Conector recto de flecha"/>
          <p:cNvCxnSpPr>
            <a:stCxn id="9" idx="1"/>
            <a:endCxn id="14" idx="3"/>
          </p:cNvCxnSpPr>
          <p:nvPr/>
        </p:nvCxnSpPr>
        <p:spPr>
          <a:xfrm flipH="1">
            <a:off x="4499992" y="2829585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153 CuadroTexto"/>
          <p:cNvSpPr txBox="1"/>
          <p:nvPr/>
        </p:nvSpPr>
        <p:spPr>
          <a:xfrm>
            <a:off x="6660232" y="1563638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(death)</a:t>
            </a:r>
            <a:endParaRPr lang="es-ES" sz="1000"/>
          </a:p>
        </p:txBody>
      </p:sp>
      <p:sp>
        <p:nvSpPr>
          <p:cNvPr id="155" name="154 CuadroTexto"/>
          <p:cNvSpPr txBox="1"/>
          <p:nvPr/>
        </p:nvSpPr>
        <p:spPr>
          <a:xfrm>
            <a:off x="6618819" y="2427734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</a:p>
          <a:p>
            <a:r>
              <a:rPr lang="es-ES" sz="1000" smtClean="0"/>
              <a:t>(death)</a:t>
            </a:r>
            <a:endParaRPr lang="es-E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Elipse"/>
          <p:cNvSpPr/>
          <p:nvPr/>
        </p:nvSpPr>
        <p:spPr>
          <a:xfrm>
            <a:off x="1043608" y="2139702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6 Conector recto de flecha"/>
          <p:cNvCxnSpPr>
            <a:stCxn id="30" idx="3"/>
            <a:endCxn id="10" idx="1"/>
          </p:cNvCxnSpPr>
          <p:nvPr/>
        </p:nvCxnSpPr>
        <p:spPr>
          <a:xfrm>
            <a:off x="2843808" y="2283718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5946502" y="2067694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Shoot</a:t>
            </a:r>
            <a:endParaRPr lang="es-ES" sz="1200"/>
          </a:p>
        </p:txBody>
      </p:sp>
      <p:sp>
        <p:nvSpPr>
          <p:cNvPr id="10" name="9 Rectángulo redondeado"/>
          <p:cNvSpPr/>
          <p:nvPr/>
        </p:nvSpPr>
        <p:spPr>
          <a:xfrm>
            <a:off x="4211960" y="2067694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Aim</a:t>
            </a:r>
            <a:endParaRPr lang="es-ES" sz="1200"/>
          </a:p>
        </p:txBody>
      </p:sp>
      <p:sp>
        <p:nvSpPr>
          <p:cNvPr id="11" name="10 Rectángulo redondeado"/>
          <p:cNvSpPr/>
          <p:nvPr/>
        </p:nvSpPr>
        <p:spPr>
          <a:xfrm>
            <a:off x="4211960" y="1059582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Reload</a:t>
            </a:r>
            <a:endParaRPr lang="es-ES" sz="1200"/>
          </a:p>
        </p:txBody>
      </p:sp>
      <p:sp>
        <p:nvSpPr>
          <p:cNvPr id="12" name="11 CuadroTexto"/>
          <p:cNvSpPr txBox="1"/>
          <p:nvPr/>
        </p:nvSpPr>
        <p:spPr>
          <a:xfrm>
            <a:off x="251520" y="11418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Launcher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 redondeado"/>
          <p:cNvSpPr/>
          <p:nvPr/>
        </p:nvSpPr>
        <p:spPr>
          <a:xfrm>
            <a:off x="1842046" y="2067694"/>
            <a:ext cx="100176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cxnSp>
        <p:nvCxnSpPr>
          <p:cNvPr id="32" name="31 Conector recto de flecha"/>
          <p:cNvCxnSpPr>
            <a:stCxn id="6" idx="6"/>
            <a:endCxn id="30" idx="1"/>
          </p:cNvCxnSpPr>
          <p:nvPr/>
        </p:nvCxnSpPr>
        <p:spPr>
          <a:xfrm>
            <a:off x="1331640" y="2283718"/>
            <a:ext cx="51040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>
            <a:stCxn id="10" idx="3"/>
            <a:endCxn id="9" idx="1"/>
          </p:cNvCxnSpPr>
          <p:nvPr/>
        </p:nvCxnSpPr>
        <p:spPr>
          <a:xfrm>
            <a:off x="5213722" y="2283718"/>
            <a:ext cx="7327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>
            <a:stCxn id="11" idx="2"/>
            <a:endCxn id="10" idx="0"/>
          </p:cNvCxnSpPr>
          <p:nvPr/>
        </p:nvCxnSpPr>
        <p:spPr>
          <a:xfrm>
            <a:off x="4712841" y="149163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3450467" y="2037497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0" name="19 CuadroTexto"/>
          <p:cNvSpPr txBox="1"/>
          <p:nvPr/>
        </p:nvSpPr>
        <p:spPr>
          <a:xfrm>
            <a:off x="5220072" y="185167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Shoot</a:t>
            </a:r>
            <a:br>
              <a:rPr lang="es-ES" sz="1000" smtClean="0">
                <a:solidFill>
                  <a:srgbClr val="C00000"/>
                </a:solidFill>
              </a:rPr>
            </a:br>
            <a:r>
              <a:rPr lang="es-ES" sz="1000" smtClean="0">
                <a:solidFill>
                  <a:srgbClr val="C00000"/>
                </a:solidFill>
              </a:rPr>
              <a:t>pressed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5364088" y="84355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pPr algn="r"/>
            <a:r>
              <a:rPr lang="es-ES" sz="1000" smtClean="0">
                <a:solidFill>
                  <a:srgbClr val="C00000"/>
                </a:solidFill>
              </a:rPr>
              <a:t>(bubbles remain)</a:t>
            </a:r>
          </a:p>
        </p:txBody>
      </p:sp>
      <p:grpSp>
        <p:nvGrpSpPr>
          <p:cNvPr id="22" name="37 Grupo"/>
          <p:cNvGrpSpPr/>
          <p:nvPr/>
        </p:nvGrpSpPr>
        <p:grpSpPr>
          <a:xfrm>
            <a:off x="7740352" y="2139702"/>
            <a:ext cx="288032" cy="288032"/>
            <a:chOff x="7812360" y="2283718"/>
            <a:chExt cx="288032" cy="288032"/>
          </a:xfrm>
        </p:grpSpPr>
        <p:sp>
          <p:nvSpPr>
            <p:cNvPr id="24" name="23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24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6" name="25 Conector recto de flecha"/>
          <p:cNvCxnSpPr>
            <a:stCxn id="9" idx="3"/>
            <a:endCxn id="24" idx="2"/>
          </p:cNvCxnSpPr>
          <p:nvPr/>
        </p:nvCxnSpPr>
        <p:spPr>
          <a:xfrm>
            <a:off x="6948264" y="2283718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6876256" y="1811600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pPr algn="ctr"/>
            <a:r>
              <a:rPr lang="es-ES" sz="1000" smtClean="0">
                <a:solidFill>
                  <a:srgbClr val="C00000"/>
                </a:solidFill>
              </a:rPr>
              <a:t>(level clear)</a:t>
            </a:r>
          </a:p>
        </p:txBody>
      </p:sp>
      <p:cxnSp>
        <p:nvCxnSpPr>
          <p:cNvPr id="42" name="41 Forma"/>
          <p:cNvCxnSpPr>
            <a:stCxn id="9" idx="2"/>
            <a:endCxn id="30" idx="2"/>
          </p:cNvCxnSpPr>
          <p:nvPr/>
        </p:nvCxnSpPr>
        <p:spPr>
          <a:xfrm rot="5400000">
            <a:off x="4395155" y="447514"/>
            <a:ext cx="12700" cy="4104456"/>
          </a:xfrm>
          <a:prstGeom prst="bentConnector3">
            <a:avLst>
              <a:gd name="adj1" fmla="val 1655000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CuadroTexto"/>
          <p:cNvSpPr txBox="1"/>
          <p:nvPr/>
        </p:nvSpPr>
        <p:spPr>
          <a:xfrm>
            <a:off x="6444208" y="2531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smtClean="0">
                <a:solidFill>
                  <a:srgbClr val="C00000"/>
                </a:solidFill>
              </a:rPr>
              <a:t>Bubble collides</a:t>
            </a:r>
          </a:p>
          <a:p>
            <a:r>
              <a:rPr lang="es-ES" sz="1000" smtClean="0">
                <a:solidFill>
                  <a:srgbClr val="C00000"/>
                </a:solidFill>
              </a:rPr>
              <a:t>(death)</a:t>
            </a:r>
          </a:p>
        </p:txBody>
      </p:sp>
      <p:sp>
        <p:nvSpPr>
          <p:cNvPr id="50" name="49 CuadroTexto"/>
          <p:cNvSpPr txBox="1"/>
          <p:nvPr/>
        </p:nvSpPr>
        <p:spPr>
          <a:xfrm>
            <a:off x="4020181" y="164199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/>
              <a:t>Finished</a:t>
            </a:r>
            <a:endParaRPr lang="es-ES" sz="1000"/>
          </a:p>
        </p:txBody>
      </p:sp>
      <p:cxnSp>
        <p:nvCxnSpPr>
          <p:cNvPr id="69" name="41 Forma"/>
          <p:cNvCxnSpPr>
            <a:stCxn id="9" idx="0"/>
            <a:endCxn id="11" idx="3"/>
          </p:cNvCxnSpPr>
          <p:nvPr/>
        </p:nvCxnSpPr>
        <p:spPr>
          <a:xfrm rot="16200000" flipV="1">
            <a:off x="5434509" y="1054819"/>
            <a:ext cx="792088" cy="123366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Rectángulo redondeado"/>
          <p:cNvSpPr/>
          <p:nvPr/>
        </p:nvSpPr>
        <p:spPr>
          <a:xfrm>
            <a:off x="3354214" y="3075806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Character leave</a:t>
            </a:r>
            <a:endParaRPr lang="es-ES" sz="1200"/>
          </a:p>
        </p:txBody>
      </p:sp>
      <p:sp>
        <p:nvSpPr>
          <p:cNvPr id="51" name="50 CuadroTexto"/>
          <p:cNvSpPr txBox="1"/>
          <p:nvPr/>
        </p:nvSpPr>
        <p:spPr>
          <a:xfrm>
            <a:off x="3995936" y="2603688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smtClean="0">
                <a:solidFill>
                  <a:srgbClr val="C00000"/>
                </a:solidFill>
              </a:rPr>
              <a:t>L/R</a:t>
            </a:r>
            <a:br>
              <a:rPr lang="es-ES" sz="1000" smtClean="0">
                <a:solidFill>
                  <a:srgbClr val="C00000"/>
                </a:solidFill>
              </a:rPr>
            </a:br>
            <a:r>
              <a:rPr lang="es-ES" sz="1000" smtClean="0">
                <a:solidFill>
                  <a:srgbClr val="C00000"/>
                </a:solidFill>
              </a:rPr>
              <a:t>pressed</a:t>
            </a:r>
          </a:p>
        </p:txBody>
      </p:sp>
      <p:sp>
        <p:nvSpPr>
          <p:cNvPr id="52" name="51 CuadroTexto"/>
          <p:cNvSpPr txBox="1"/>
          <p:nvPr/>
        </p:nvSpPr>
        <p:spPr>
          <a:xfrm>
            <a:off x="5580112" y="3723878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>
                <a:solidFill>
                  <a:srgbClr val="008000"/>
                </a:solidFill>
              </a:rPr>
              <a:t>Signal</a:t>
            </a:r>
          </a:p>
          <a:p>
            <a:r>
              <a:rPr lang="es-ES" sz="1000" smtClean="0">
                <a:solidFill>
                  <a:srgbClr val="008000"/>
                </a:solidFill>
              </a:rPr>
              <a:t>received</a:t>
            </a:r>
          </a:p>
        </p:txBody>
      </p:sp>
      <p:sp>
        <p:nvSpPr>
          <p:cNvPr id="57" name="56 CuadroTexto"/>
          <p:cNvSpPr txBox="1"/>
          <p:nvPr/>
        </p:nvSpPr>
        <p:spPr>
          <a:xfrm>
            <a:off x="2483768" y="3939902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008000"/>
                </a:solidFill>
              </a:rPr>
              <a:t>Death</a:t>
            </a:r>
          </a:p>
        </p:txBody>
      </p:sp>
      <p:sp>
        <p:nvSpPr>
          <p:cNvPr id="34" name="33 Rectángulo redondeado"/>
          <p:cNvSpPr/>
          <p:nvPr/>
        </p:nvSpPr>
        <p:spPr>
          <a:xfrm>
            <a:off x="4211960" y="3874244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Unused</a:t>
            </a:r>
            <a:endParaRPr lang="es-ES" sz="1200"/>
          </a:p>
        </p:txBody>
      </p:sp>
      <p:sp>
        <p:nvSpPr>
          <p:cNvPr id="64" name="63 Rectángulo redondeado"/>
          <p:cNvSpPr/>
          <p:nvPr/>
        </p:nvSpPr>
        <p:spPr>
          <a:xfrm>
            <a:off x="5076056" y="3075806"/>
            <a:ext cx="1001762" cy="42569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Character enter</a:t>
            </a:r>
            <a:endParaRPr lang="es-ES" sz="1200"/>
          </a:p>
        </p:txBody>
      </p:sp>
      <p:cxnSp>
        <p:nvCxnSpPr>
          <p:cNvPr id="78" name="77 Conector recto de flecha"/>
          <p:cNvCxnSpPr>
            <a:endCxn id="31" idx="0"/>
          </p:cNvCxnSpPr>
          <p:nvPr/>
        </p:nvCxnSpPr>
        <p:spPr>
          <a:xfrm flipH="1">
            <a:off x="3855095" y="2499742"/>
            <a:ext cx="428873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Forma"/>
          <p:cNvCxnSpPr>
            <a:stCxn id="31" idx="2"/>
            <a:endCxn id="34" idx="1"/>
          </p:cNvCxnSpPr>
          <p:nvPr/>
        </p:nvCxnSpPr>
        <p:spPr>
          <a:xfrm rot="16200000" flipH="1">
            <a:off x="3740733" y="3615865"/>
            <a:ext cx="585589" cy="35686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Forma"/>
          <p:cNvCxnSpPr>
            <a:stCxn id="34" idx="3"/>
            <a:endCxn id="64" idx="2"/>
          </p:cNvCxnSpPr>
          <p:nvPr/>
        </p:nvCxnSpPr>
        <p:spPr>
          <a:xfrm flipV="1">
            <a:off x="5213722" y="3501504"/>
            <a:ext cx="363215" cy="58558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 de flecha"/>
          <p:cNvCxnSpPr>
            <a:stCxn id="64" idx="0"/>
          </p:cNvCxnSpPr>
          <p:nvPr/>
        </p:nvCxnSpPr>
        <p:spPr>
          <a:xfrm flipH="1" flipV="1">
            <a:off x="5069706" y="2499742"/>
            <a:ext cx="507231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103 Conector angular"/>
          <p:cNvCxnSpPr/>
          <p:nvPr/>
        </p:nvCxnSpPr>
        <p:spPr>
          <a:xfrm rot="16200000" flipV="1">
            <a:off x="2483769" y="2499742"/>
            <a:ext cx="1728192" cy="1728191"/>
          </a:xfrm>
          <a:prstGeom prst="bentConnector3">
            <a:avLst>
              <a:gd name="adj1" fmla="val 2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109 CuadroTexto"/>
          <p:cNvSpPr txBox="1"/>
          <p:nvPr/>
        </p:nvSpPr>
        <p:spPr>
          <a:xfrm>
            <a:off x="3203848" y="3549665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111" name="110 CuadroTexto"/>
          <p:cNvSpPr txBox="1"/>
          <p:nvPr/>
        </p:nvSpPr>
        <p:spPr>
          <a:xfrm>
            <a:off x="4716016" y="271576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CuadroTexto"/>
          <p:cNvSpPr txBox="1"/>
          <p:nvPr/>
        </p:nvSpPr>
        <p:spPr>
          <a:xfrm>
            <a:off x="251520" y="11418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States: Character</a:t>
            </a:r>
            <a:endParaRPr lang="es-ES"/>
          </a:p>
        </p:txBody>
      </p:sp>
      <p:cxnSp>
        <p:nvCxnSpPr>
          <p:cNvPr id="13" name="12 Conector recto"/>
          <p:cNvCxnSpPr/>
          <p:nvPr/>
        </p:nvCxnSpPr>
        <p:spPr>
          <a:xfrm>
            <a:off x="0" y="55552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37 Grupo"/>
          <p:cNvGrpSpPr/>
          <p:nvPr/>
        </p:nvGrpSpPr>
        <p:grpSpPr>
          <a:xfrm>
            <a:off x="7452320" y="2176249"/>
            <a:ext cx="288032" cy="288032"/>
            <a:chOff x="7812360" y="2283718"/>
            <a:chExt cx="288032" cy="288032"/>
          </a:xfrm>
        </p:grpSpPr>
        <p:sp>
          <p:nvSpPr>
            <p:cNvPr id="39" name="38 Elipse"/>
            <p:cNvSpPr/>
            <p:nvPr/>
          </p:nvSpPr>
          <p:spPr>
            <a:xfrm>
              <a:off x="7812360" y="2283718"/>
              <a:ext cx="288032" cy="28803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39 Elipse"/>
            <p:cNvSpPr/>
            <p:nvPr/>
          </p:nvSpPr>
          <p:spPr>
            <a:xfrm>
              <a:off x="7884368" y="2355726"/>
              <a:ext cx="144016" cy="14401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" name="9 Rectángulo redondeado"/>
          <p:cNvSpPr/>
          <p:nvPr/>
        </p:nvSpPr>
        <p:spPr>
          <a:xfrm>
            <a:off x="2267744" y="210424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Initialize</a:t>
            </a:r>
            <a:endParaRPr lang="es-ES" sz="1200"/>
          </a:p>
        </p:txBody>
      </p:sp>
      <p:sp>
        <p:nvSpPr>
          <p:cNvPr id="11" name="10 Elipse"/>
          <p:cNvSpPr/>
          <p:nvPr/>
        </p:nvSpPr>
        <p:spPr>
          <a:xfrm>
            <a:off x="1547664" y="2176249"/>
            <a:ext cx="288032" cy="28803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13 Conector recto de flecha"/>
          <p:cNvCxnSpPr>
            <a:stCxn id="11" idx="6"/>
            <a:endCxn id="10" idx="1"/>
          </p:cNvCxnSpPr>
          <p:nvPr/>
        </p:nvCxnSpPr>
        <p:spPr>
          <a:xfrm>
            <a:off x="1835696" y="2320265"/>
            <a:ext cx="4320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 redondeado"/>
          <p:cNvSpPr/>
          <p:nvPr/>
        </p:nvSpPr>
        <p:spPr>
          <a:xfrm>
            <a:off x="5724128" y="2104241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React</a:t>
            </a:r>
            <a:endParaRPr lang="es-ES" sz="1200"/>
          </a:p>
        </p:txBody>
      </p:sp>
      <p:cxnSp>
        <p:nvCxnSpPr>
          <p:cNvPr id="16" name="15 Conector recto de flecha"/>
          <p:cNvCxnSpPr>
            <a:stCxn id="10" idx="3"/>
            <a:endCxn id="17" idx="1"/>
          </p:cNvCxnSpPr>
          <p:nvPr/>
        </p:nvCxnSpPr>
        <p:spPr>
          <a:xfrm>
            <a:off x="3275856" y="2320265"/>
            <a:ext cx="7137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 redondeado"/>
          <p:cNvSpPr/>
          <p:nvPr/>
        </p:nvSpPr>
        <p:spPr>
          <a:xfrm>
            <a:off x="3989586" y="210424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Aim</a:t>
            </a:r>
            <a:endParaRPr lang="es-ES" sz="1200"/>
          </a:p>
        </p:txBody>
      </p:sp>
      <p:cxnSp>
        <p:nvCxnSpPr>
          <p:cNvPr id="18" name="17 Conector recto de flecha"/>
          <p:cNvCxnSpPr>
            <a:stCxn id="17" idx="3"/>
            <a:endCxn id="15" idx="1"/>
          </p:cNvCxnSpPr>
          <p:nvPr/>
        </p:nvCxnSpPr>
        <p:spPr>
          <a:xfrm>
            <a:off x="4997698" y="2320265"/>
            <a:ext cx="7264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Forma"/>
          <p:cNvCxnSpPr>
            <a:stCxn id="15" idx="2"/>
            <a:endCxn id="10" idx="2"/>
          </p:cNvCxnSpPr>
          <p:nvPr/>
        </p:nvCxnSpPr>
        <p:spPr>
          <a:xfrm rot="5400000">
            <a:off x="4499992" y="808097"/>
            <a:ext cx="12700" cy="3456384"/>
          </a:xfrm>
          <a:prstGeom prst="bentConnector3">
            <a:avLst>
              <a:gd name="adj1" fmla="val 535000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 de flecha"/>
          <p:cNvCxnSpPr>
            <a:stCxn id="15" idx="3"/>
            <a:endCxn id="39" idx="2"/>
          </p:cNvCxnSpPr>
          <p:nvPr/>
        </p:nvCxnSpPr>
        <p:spPr>
          <a:xfrm>
            <a:off x="6732240" y="2320265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60 Rectángulo redondeado"/>
          <p:cNvSpPr/>
          <p:nvPr/>
        </p:nvSpPr>
        <p:spPr>
          <a:xfrm>
            <a:off x="4932040" y="102412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Exit launcher</a:t>
            </a:r>
            <a:endParaRPr lang="es-ES" sz="1200"/>
          </a:p>
        </p:txBody>
      </p:sp>
      <p:sp>
        <p:nvSpPr>
          <p:cNvPr id="62" name="61 Rectángulo redondeado"/>
          <p:cNvSpPr/>
          <p:nvPr/>
        </p:nvSpPr>
        <p:spPr>
          <a:xfrm>
            <a:off x="2987824" y="1024121"/>
            <a:ext cx="1008112" cy="432048"/>
          </a:xfrm>
          <a:prstGeom prst="roundRect">
            <a:avLst>
              <a:gd name="adj" fmla="val 1039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Enter launcher</a:t>
            </a:r>
            <a:endParaRPr lang="es-ES" sz="1200"/>
          </a:p>
        </p:txBody>
      </p:sp>
      <p:cxnSp>
        <p:nvCxnSpPr>
          <p:cNvPr id="66" name="65 Conector recto de flecha"/>
          <p:cNvCxnSpPr>
            <a:stCxn id="61" idx="1"/>
            <a:endCxn id="62" idx="3"/>
          </p:cNvCxnSpPr>
          <p:nvPr/>
        </p:nvCxnSpPr>
        <p:spPr>
          <a:xfrm flipH="1">
            <a:off x="3995936" y="1240145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 de flecha"/>
          <p:cNvCxnSpPr>
            <a:endCxn id="61" idx="2"/>
          </p:cNvCxnSpPr>
          <p:nvPr/>
        </p:nvCxnSpPr>
        <p:spPr>
          <a:xfrm flipV="1">
            <a:off x="4932040" y="1456169"/>
            <a:ext cx="504056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 de flecha"/>
          <p:cNvCxnSpPr>
            <a:stCxn id="62" idx="2"/>
          </p:cNvCxnSpPr>
          <p:nvPr/>
        </p:nvCxnSpPr>
        <p:spPr>
          <a:xfrm>
            <a:off x="3491880" y="1456169"/>
            <a:ext cx="576064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3306451" y="2313915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3" name="22 CuadroTexto"/>
          <p:cNvSpPr txBox="1"/>
          <p:nvPr/>
        </p:nvSpPr>
        <p:spPr>
          <a:xfrm>
            <a:off x="4170547" y="987574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4" name="23 CuadroTexto"/>
          <p:cNvSpPr txBox="1"/>
          <p:nvPr/>
        </p:nvSpPr>
        <p:spPr>
          <a:xfrm>
            <a:off x="3090427" y="1635646"/>
            <a:ext cx="6174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smtClean="0"/>
              <a:t>Finished</a:t>
            </a:r>
            <a:endParaRPr lang="es-ES" sz="1000"/>
          </a:p>
        </p:txBody>
      </p:sp>
      <p:sp>
        <p:nvSpPr>
          <p:cNvPr id="25" name="24 CuadroTexto"/>
          <p:cNvSpPr txBox="1"/>
          <p:nvPr/>
        </p:nvSpPr>
        <p:spPr>
          <a:xfrm>
            <a:off x="5004048" y="2345853"/>
            <a:ext cx="630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smtClean="0">
                <a:solidFill>
                  <a:srgbClr val="008000"/>
                </a:solidFill>
              </a:rPr>
              <a:t>Signal</a:t>
            </a:r>
          </a:p>
          <a:p>
            <a:pPr algn="ctr"/>
            <a:r>
              <a:rPr lang="es-ES" sz="1000" smtClean="0">
                <a:solidFill>
                  <a:srgbClr val="008000"/>
                </a:solidFill>
              </a:rPr>
              <a:t>received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5021819" y="1521827"/>
            <a:ext cx="774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>
                <a:solidFill>
                  <a:srgbClr val="008000"/>
                </a:solidFill>
              </a:rPr>
              <a:t>L/R pressed</a:t>
            </a:r>
          </a:p>
        </p:txBody>
      </p:sp>
      <p:sp>
        <p:nvSpPr>
          <p:cNvPr id="29" name="28 Rectángulo redondeado"/>
          <p:cNvSpPr/>
          <p:nvPr/>
        </p:nvSpPr>
        <p:spPr>
          <a:xfrm>
            <a:off x="1763688" y="4227934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React</a:t>
            </a:r>
            <a:endParaRPr lang="es-ES" sz="1200"/>
          </a:p>
        </p:txBody>
      </p:sp>
      <p:sp>
        <p:nvSpPr>
          <p:cNvPr id="31" name="30 CuadroTexto"/>
          <p:cNvSpPr txBox="1"/>
          <p:nvPr/>
        </p:nvSpPr>
        <p:spPr>
          <a:xfrm>
            <a:off x="2875752" y="4299942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smtClean="0"/>
              <a:t>is one of:</a:t>
            </a:r>
            <a:endParaRPr lang="es-ES" sz="1200"/>
          </a:p>
        </p:txBody>
      </p:sp>
      <p:cxnSp>
        <p:nvCxnSpPr>
          <p:cNvPr id="33" name="32 Forma"/>
          <p:cNvCxnSpPr>
            <a:endCxn id="15" idx="0"/>
          </p:cNvCxnSpPr>
          <p:nvPr/>
        </p:nvCxnSpPr>
        <p:spPr>
          <a:xfrm rot="10800000">
            <a:off x="6228184" y="2104241"/>
            <a:ext cx="504056" cy="137666"/>
          </a:xfrm>
          <a:prstGeom prst="curvedConnector4">
            <a:avLst>
              <a:gd name="adj1" fmla="val -44397"/>
              <a:gd name="adj2" fmla="val 41827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CuadroTexto"/>
          <p:cNvSpPr txBox="1"/>
          <p:nvPr/>
        </p:nvSpPr>
        <p:spPr>
          <a:xfrm>
            <a:off x="6156176" y="123379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>
                <a:solidFill>
                  <a:srgbClr val="008000"/>
                </a:solidFill>
              </a:rPr>
              <a:t>More signals</a:t>
            </a:r>
          </a:p>
          <a:p>
            <a:pPr algn="ctr"/>
            <a:r>
              <a:rPr lang="es-ES" sz="1000" smtClean="0">
                <a:solidFill>
                  <a:srgbClr val="008000"/>
                </a:solidFill>
              </a:rPr>
              <a:t>received</a:t>
            </a:r>
          </a:p>
        </p:txBody>
      </p:sp>
      <p:sp>
        <p:nvSpPr>
          <p:cNvPr id="48" name="47 Rectángulo redondeado"/>
          <p:cNvSpPr/>
          <p:nvPr/>
        </p:nvSpPr>
        <p:spPr>
          <a:xfrm>
            <a:off x="3995936" y="3939902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Shoot</a:t>
            </a:r>
            <a:endParaRPr lang="es-ES" sz="1200"/>
          </a:p>
        </p:txBody>
      </p:sp>
      <p:sp>
        <p:nvSpPr>
          <p:cNvPr id="49" name="48 Rectángulo redondeado"/>
          <p:cNvSpPr/>
          <p:nvPr/>
        </p:nvSpPr>
        <p:spPr>
          <a:xfrm>
            <a:off x="5076056" y="3939902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Place new bubble</a:t>
            </a:r>
            <a:endParaRPr lang="es-ES" sz="1200"/>
          </a:p>
        </p:txBody>
      </p:sp>
      <p:sp>
        <p:nvSpPr>
          <p:cNvPr id="50" name="49 Rectángulo redondeado"/>
          <p:cNvSpPr/>
          <p:nvPr/>
        </p:nvSpPr>
        <p:spPr>
          <a:xfrm>
            <a:off x="5076056" y="4443958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Burst bubbles</a:t>
            </a:r>
            <a:endParaRPr lang="es-ES" sz="1200"/>
          </a:p>
        </p:txBody>
      </p:sp>
      <p:sp>
        <p:nvSpPr>
          <p:cNvPr id="51" name="50 Rectángulo redondeado"/>
          <p:cNvSpPr/>
          <p:nvPr/>
        </p:nvSpPr>
        <p:spPr>
          <a:xfrm>
            <a:off x="3995936" y="4443958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Drop ceiling</a:t>
            </a:r>
            <a:endParaRPr lang="es-ES" sz="1200"/>
          </a:p>
        </p:txBody>
      </p:sp>
      <p:sp>
        <p:nvSpPr>
          <p:cNvPr id="52" name="51 Rectángulo redondeado"/>
          <p:cNvSpPr/>
          <p:nvPr/>
        </p:nvSpPr>
        <p:spPr>
          <a:xfrm>
            <a:off x="6156176" y="4443958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Death</a:t>
            </a:r>
            <a:endParaRPr lang="es-ES" sz="1200"/>
          </a:p>
        </p:txBody>
      </p:sp>
      <p:sp>
        <p:nvSpPr>
          <p:cNvPr id="53" name="52 Rectángulo redondeado"/>
          <p:cNvSpPr/>
          <p:nvPr/>
        </p:nvSpPr>
        <p:spPr>
          <a:xfrm>
            <a:off x="6156176" y="3939902"/>
            <a:ext cx="1008112" cy="432048"/>
          </a:xfrm>
          <a:prstGeom prst="roundRect">
            <a:avLst>
              <a:gd name="adj" fmla="val 10396"/>
            </a:avLst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smtClean="0"/>
              <a:t>Level clear</a:t>
            </a:r>
            <a:endParaRPr lang="es-ES" sz="1200"/>
          </a:p>
        </p:txBody>
      </p:sp>
      <p:sp>
        <p:nvSpPr>
          <p:cNvPr id="54" name="53 Abrir llave"/>
          <p:cNvSpPr/>
          <p:nvPr/>
        </p:nvSpPr>
        <p:spPr>
          <a:xfrm>
            <a:off x="3635896" y="3867894"/>
            <a:ext cx="216024" cy="1080120"/>
          </a:xfrm>
          <a:prstGeom prst="leftBrace">
            <a:avLst>
              <a:gd name="adj1" fmla="val 48016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54 CuadroTexto"/>
          <p:cNvSpPr txBox="1"/>
          <p:nvPr/>
        </p:nvSpPr>
        <p:spPr>
          <a:xfrm>
            <a:off x="5292080" y="2787774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000" smtClean="0"/>
              <a:t>After signalled</a:t>
            </a:r>
          </a:p>
          <a:p>
            <a:pPr algn="r"/>
            <a:r>
              <a:rPr lang="es-ES" sz="1000" smtClean="0"/>
              <a:t>Death</a:t>
            </a:r>
            <a:endParaRPr lang="es-ES" sz="1000"/>
          </a:p>
        </p:txBody>
      </p:sp>
      <p:sp>
        <p:nvSpPr>
          <p:cNvPr id="56" name="55 CuadroTexto"/>
          <p:cNvSpPr txBox="1"/>
          <p:nvPr/>
        </p:nvSpPr>
        <p:spPr>
          <a:xfrm>
            <a:off x="6732240" y="249974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smtClean="0"/>
              <a:t>After signalled</a:t>
            </a:r>
          </a:p>
          <a:p>
            <a:pPr algn="ctr"/>
            <a:r>
              <a:rPr lang="es-ES" sz="1000" smtClean="0"/>
              <a:t>Level Clear</a:t>
            </a:r>
            <a:endParaRPr lang="es-E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243</Words>
  <Application>Microsoft Office PowerPoint</Application>
  <PresentationFormat>Presentación en pantalla (16:9)</PresentationFormat>
  <Paragraphs>130</Paragraphs>
  <Slides>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Diapositiva 1</vt:lpstr>
      <vt:lpstr>Diapositiva 2</vt:lpstr>
      <vt:lpstr>Diapositiva 3</vt:lpstr>
      <vt:lpstr>Diapositiva 4</vt:lpstr>
      <vt:lpstr>Diapositiva 5</vt:lpstr>
    </vt:vector>
  </TitlesOfParts>
  <Company>http://www.centor.mx.gd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Centor</dc:creator>
  <cp:lastModifiedBy>Centor</cp:lastModifiedBy>
  <cp:revision>68</cp:revision>
  <dcterms:created xsi:type="dcterms:W3CDTF">2021-07-14T21:10:51Z</dcterms:created>
  <dcterms:modified xsi:type="dcterms:W3CDTF">2021-07-26T19:56:10Z</dcterms:modified>
</cp:coreProperties>
</file>