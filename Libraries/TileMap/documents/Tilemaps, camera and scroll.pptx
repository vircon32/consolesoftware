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7" autoAdjust="0"/>
    <p:restoredTop sz="94660"/>
  </p:normalViewPr>
  <p:slideViewPr>
    <p:cSldViewPr snapToGrid="0">
      <p:cViewPr>
        <p:scale>
          <a:sx n="125" d="100"/>
          <a:sy n="125" d="100"/>
        </p:scale>
        <p:origin x="-3006" y="-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EA2F-ACEF-4362-BCC1-AFD651721DB7}" type="datetimeFigureOut">
              <a:rPr lang="es-ES" smtClean="0"/>
              <a:t>26/10/2022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67D51-3DBB-4772-B8ED-9E7CA03541B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559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EA2F-ACEF-4362-BCC1-AFD651721DB7}" type="datetimeFigureOut">
              <a:rPr lang="es-ES" smtClean="0"/>
              <a:t>26/10/2022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67D51-3DBB-4772-B8ED-9E7CA03541B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6803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EA2F-ACEF-4362-BCC1-AFD651721DB7}" type="datetimeFigureOut">
              <a:rPr lang="es-ES" smtClean="0"/>
              <a:t>26/10/2022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67D51-3DBB-4772-B8ED-9E7CA03541B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157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EA2F-ACEF-4362-BCC1-AFD651721DB7}" type="datetimeFigureOut">
              <a:rPr lang="es-ES" smtClean="0"/>
              <a:t>26/10/2022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67D51-3DBB-4772-B8ED-9E7CA03541B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3842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EA2F-ACEF-4362-BCC1-AFD651721DB7}" type="datetimeFigureOut">
              <a:rPr lang="es-ES" smtClean="0"/>
              <a:t>26/10/2022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67D51-3DBB-4772-B8ED-9E7CA03541B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8380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EA2F-ACEF-4362-BCC1-AFD651721DB7}" type="datetimeFigureOut">
              <a:rPr lang="es-ES" smtClean="0"/>
              <a:t>26/10/2022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67D51-3DBB-4772-B8ED-9E7CA03541B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7823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EA2F-ACEF-4362-BCC1-AFD651721DB7}" type="datetimeFigureOut">
              <a:rPr lang="es-ES" smtClean="0"/>
              <a:t>26/10/2022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67D51-3DBB-4772-B8ED-9E7CA03541B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5283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EA2F-ACEF-4362-BCC1-AFD651721DB7}" type="datetimeFigureOut">
              <a:rPr lang="es-ES" smtClean="0"/>
              <a:t>26/10/2022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67D51-3DBB-4772-B8ED-9E7CA03541B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1089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EA2F-ACEF-4362-BCC1-AFD651721DB7}" type="datetimeFigureOut">
              <a:rPr lang="es-ES" smtClean="0"/>
              <a:t>26/10/2022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67D51-3DBB-4772-B8ED-9E7CA03541B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1007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EA2F-ACEF-4362-BCC1-AFD651721DB7}" type="datetimeFigureOut">
              <a:rPr lang="es-ES" smtClean="0"/>
              <a:t>26/10/2022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67D51-3DBB-4772-B8ED-9E7CA03541B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8249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EA2F-ACEF-4362-BCC1-AFD651721DB7}" type="datetimeFigureOut">
              <a:rPr lang="es-ES" smtClean="0"/>
              <a:t>26/10/2022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67D51-3DBB-4772-B8ED-9E7CA03541B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9291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0EA2F-ACEF-4362-BCC1-AFD651721DB7}" type="datetimeFigureOut">
              <a:rPr lang="es-ES" smtClean="0"/>
              <a:t>26/10/2022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867D51-3DBB-4772-B8ED-9E7CA03541B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9160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57650" y="1866900"/>
            <a:ext cx="3632200" cy="19939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6" name="Straight Connector 5"/>
          <p:cNvCxnSpPr/>
          <p:nvPr/>
        </p:nvCxnSpPr>
        <p:spPr>
          <a:xfrm>
            <a:off x="5886450" y="2641600"/>
            <a:ext cx="0" cy="4445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657850" y="2876550"/>
            <a:ext cx="4445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4051300" y="1511300"/>
            <a:ext cx="0" cy="355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7689850" y="1511300"/>
            <a:ext cx="0" cy="355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4051300" y="1600200"/>
            <a:ext cx="3638550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3702050" y="1866900"/>
            <a:ext cx="3492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3702050" y="3854450"/>
            <a:ext cx="3492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3771900" y="1866900"/>
            <a:ext cx="0" cy="199390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40530" y="1287760"/>
            <a:ext cx="9108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smtClean="0"/>
              <a:t>640 pixels</a:t>
            </a:r>
            <a:endParaRPr lang="es-ES" sz="1400"/>
          </a:p>
        </p:txBody>
      </p:sp>
      <p:sp>
        <p:nvSpPr>
          <p:cNvPr id="25" name="TextBox 24"/>
          <p:cNvSpPr txBox="1"/>
          <p:nvPr/>
        </p:nvSpPr>
        <p:spPr>
          <a:xfrm rot="16200000">
            <a:off x="3173779" y="2630586"/>
            <a:ext cx="9108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smtClean="0"/>
              <a:t>360 pixels</a:t>
            </a:r>
            <a:endParaRPr lang="es-ES" sz="1400"/>
          </a:p>
        </p:txBody>
      </p:sp>
      <p:sp>
        <p:nvSpPr>
          <p:cNvPr id="26" name="TextBox 25"/>
          <p:cNvSpPr txBox="1"/>
          <p:nvPr/>
        </p:nvSpPr>
        <p:spPr>
          <a:xfrm>
            <a:off x="5221175" y="2556073"/>
            <a:ext cx="6748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smtClean="0"/>
              <a:t>Center</a:t>
            </a:r>
            <a:endParaRPr lang="es-ES" sz="1400"/>
          </a:p>
        </p:txBody>
      </p:sp>
    </p:spTree>
    <p:extLst>
      <p:ext uri="{BB962C8B-B14F-4D97-AF65-F5344CB8AC3E}">
        <p14:creationId xmlns:p14="http://schemas.microsoft.com/office/powerpoint/2010/main" val="2419167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30930" y="133350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Rectangle 32"/>
          <p:cNvSpPr/>
          <p:nvPr/>
        </p:nvSpPr>
        <p:spPr>
          <a:xfrm>
            <a:off x="4267200" y="133350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Rectangle 33"/>
          <p:cNvSpPr/>
          <p:nvPr/>
        </p:nvSpPr>
        <p:spPr>
          <a:xfrm>
            <a:off x="4903470" y="133350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Rectangle 34"/>
          <p:cNvSpPr/>
          <p:nvPr/>
        </p:nvSpPr>
        <p:spPr>
          <a:xfrm>
            <a:off x="5541645" y="133350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Rectangle 35"/>
          <p:cNvSpPr/>
          <p:nvPr/>
        </p:nvSpPr>
        <p:spPr>
          <a:xfrm>
            <a:off x="6176010" y="133350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Rectangle 36"/>
          <p:cNvSpPr/>
          <p:nvPr/>
        </p:nvSpPr>
        <p:spPr>
          <a:xfrm>
            <a:off x="3630930" y="196977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8" name="Rectangle 37"/>
          <p:cNvSpPr/>
          <p:nvPr/>
        </p:nvSpPr>
        <p:spPr>
          <a:xfrm>
            <a:off x="4267200" y="196977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Rectangle 38"/>
          <p:cNvSpPr/>
          <p:nvPr/>
        </p:nvSpPr>
        <p:spPr>
          <a:xfrm>
            <a:off x="4903470" y="196977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Rectangle 39"/>
          <p:cNvSpPr/>
          <p:nvPr/>
        </p:nvSpPr>
        <p:spPr>
          <a:xfrm>
            <a:off x="5541645" y="196977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1" name="Rectangle 40"/>
          <p:cNvSpPr/>
          <p:nvPr/>
        </p:nvSpPr>
        <p:spPr>
          <a:xfrm>
            <a:off x="6176010" y="196977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2" name="Rectangle 41"/>
          <p:cNvSpPr/>
          <p:nvPr/>
        </p:nvSpPr>
        <p:spPr>
          <a:xfrm>
            <a:off x="3630930" y="260604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3" name="Rectangle 42"/>
          <p:cNvSpPr/>
          <p:nvPr/>
        </p:nvSpPr>
        <p:spPr>
          <a:xfrm>
            <a:off x="4267200" y="260604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4" name="Rectangle 43"/>
          <p:cNvSpPr/>
          <p:nvPr/>
        </p:nvSpPr>
        <p:spPr>
          <a:xfrm>
            <a:off x="4903470" y="260604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Rectangle 44"/>
          <p:cNvSpPr/>
          <p:nvPr/>
        </p:nvSpPr>
        <p:spPr>
          <a:xfrm>
            <a:off x="5541645" y="260604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Rectangle 45"/>
          <p:cNvSpPr/>
          <p:nvPr/>
        </p:nvSpPr>
        <p:spPr>
          <a:xfrm>
            <a:off x="6176010" y="260604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Rectangle 46"/>
          <p:cNvSpPr/>
          <p:nvPr/>
        </p:nvSpPr>
        <p:spPr>
          <a:xfrm>
            <a:off x="3630930" y="324231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8" name="Rectangle 47"/>
          <p:cNvSpPr/>
          <p:nvPr/>
        </p:nvSpPr>
        <p:spPr>
          <a:xfrm>
            <a:off x="4267200" y="324231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9" name="Rectangle 48"/>
          <p:cNvSpPr/>
          <p:nvPr/>
        </p:nvSpPr>
        <p:spPr>
          <a:xfrm>
            <a:off x="4903470" y="324231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0" name="Rectangle 49"/>
          <p:cNvSpPr/>
          <p:nvPr/>
        </p:nvSpPr>
        <p:spPr>
          <a:xfrm>
            <a:off x="5541645" y="324231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Rectangle 50"/>
          <p:cNvSpPr/>
          <p:nvPr/>
        </p:nvSpPr>
        <p:spPr>
          <a:xfrm>
            <a:off x="6176010" y="324231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2" name="Straight Connector 51"/>
          <p:cNvCxnSpPr/>
          <p:nvPr/>
        </p:nvCxnSpPr>
        <p:spPr>
          <a:xfrm flipV="1">
            <a:off x="3629025" y="977900"/>
            <a:ext cx="0" cy="355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6812280" y="977900"/>
            <a:ext cx="0" cy="355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>
            <a:off x="3629025" y="1066800"/>
            <a:ext cx="3183255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H="1">
            <a:off x="3279775" y="1333500"/>
            <a:ext cx="3492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3279775" y="3878580"/>
            <a:ext cx="3492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V="1">
            <a:off x="3349625" y="1333500"/>
            <a:ext cx="0" cy="254508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372471" y="759023"/>
            <a:ext cx="1696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smtClean="0"/>
              <a:t>5 x 200 = 1000 pixels</a:t>
            </a:r>
            <a:endParaRPr lang="es-ES" sz="1400"/>
          </a:p>
        </p:txBody>
      </p:sp>
      <p:sp>
        <p:nvSpPr>
          <p:cNvPr id="59" name="TextBox 58"/>
          <p:cNvSpPr txBox="1"/>
          <p:nvPr/>
        </p:nvSpPr>
        <p:spPr>
          <a:xfrm rot="16200000">
            <a:off x="2365284" y="2452151"/>
            <a:ext cx="1604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smtClean="0"/>
              <a:t>4 x 200 = 800 pixels</a:t>
            </a:r>
            <a:endParaRPr lang="es-ES" sz="1400"/>
          </a:p>
        </p:txBody>
      </p:sp>
    </p:spTree>
    <p:extLst>
      <p:ext uri="{BB962C8B-B14F-4D97-AF65-F5344CB8AC3E}">
        <p14:creationId xmlns:p14="http://schemas.microsoft.com/office/powerpoint/2010/main" val="1465428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4240530" y="2346960"/>
            <a:ext cx="3181350" cy="2545080"/>
            <a:chOff x="3630930" y="1333500"/>
            <a:chExt cx="3181350" cy="2545080"/>
          </a:xfrm>
        </p:grpSpPr>
        <p:sp>
          <p:nvSpPr>
            <p:cNvPr id="4" name="Rectangle 3"/>
            <p:cNvSpPr/>
            <p:nvPr/>
          </p:nvSpPr>
          <p:spPr>
            <a:xfrm>
              <a:off x="3630930" y="133350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267200" y="133350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903470" y="133350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541645" y="133350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176010" y="133350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630930" y="196977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267200" y="196977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903470" y="196977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5541645" y="196977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176010" y="196977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630930" y="260604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267200" y="260604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903470" y="260604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541645" y="260604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176010" y="260604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3630930" y="324231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267200" y="324231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4903470" y="324231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541645" y="324231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176010" y="324231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63" name="Straight Connector 62"/>
          <p:cNvCxnSpPr/>
          <p:nvPr/>
        </p:nvCxnSpPr>
        <p:spPr>
          <a:xfrm>
            <a:off x="4749165" y="3096895"/>
            <a:ext cx="0" cy="2138045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4520565" y="3331845"/>
            <a:ext cx="3267075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/>
        </p:nvGrpSpPr>
        <p:grpSpPr>
          <a:xfrm>
            <a:off x="4743858" y="3340735"/>
            <a:ext cx="2174693" cy="1193800"/>
            <a:chOff x="3554730" y="4351020"/>
            <a:chExt cx="3632200" cy="1993900"/>
          </a:xfrm>
        </p:grpSpPr>
        <p:sp>
          <p:nvSpPr>
            <p:cNvPr id="60" name="Rectangle 59"/>
            <p:cNvSpPr/>
            <p:nvPr/>
          </p:nvSpPr>
          <p:spPr>
            <a:xfrm>
              <a:off x="3554730" y="4351020"/>
              <a:ext cx="3632200" cy="199390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61" name="Straight Connector 60"/>
            <p:cNvCxnSpPr/>
            <p:nvPr/>
          </p:nvCxnSpPr>
          <p:spPr>
            <a:xfrm>
              <a:off x="5383530" y="5125720"/>
              <a:ext cx="0" cy="44450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5154930" y="5360670"/>
              <a:ext cx="444500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TextBox 64"/>
          <p:cNvSpPr txBox="1"/>
          <p:nvPr/>
        </p:nvSpPr>
        <p:spPr>
          <a:xfrm>
            <a:off x="4238625" y="3019623"/>
            <a:ext cx="5613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smtClean="0"/>
              <a:t>(0, 0)</a:t>
            </a:r>
            <a:endParaRPr lang="es-ES" sz="1400"/>
          </a:p>
        </p:txBody>
      </p:sp>
      <p:sp>
        <p:nvSpPr>
          <p:cNvPr id="66" name="TextBox 65"/>
          <p:cNvSpPr txBox="1"/>
          <p:nvPr/>
        </p:nvSpPr>
        <p:spPr>
          <a:xfrm>
            <a:off x="3277626" y="1988820"/>
            <a:ext cx="9444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smtClean="0"/>
              <a:t>(-80, -150)</a:t>
            </a:r>
            <a:endParaRPr lang="es-ES" sz="1400"/>
          </a:p>
        </p:txBody>
      </p:sp>
      <p:grpSp>
        <p:nvGrpSpPr>
          <p:cNvPr id="12" name="Group 11"/>
          <p:cNvGrpSpPr/>
          <p:nvPr/>
        </p:nvGrpSpPr>
        <p:grpSpPr>
          <a:xfrm>
            <a:off x="4008755" y="2106493"/>
            <a:ext cx="444500" cy="444500"/>
            <a:chOff x="3112770" y="2861945"/>
            <a:chExt cx="444500" cy="444500"/>
          </a:xfrm>
        </p:grpSpPr>
        <p:cxnSp>
          <p:nvCxnSpPr>
            <p:cNvPr id="67" name="Straight Connector 66"/>
            <p:cNvCxnSpPr/>
            <p:nvPr/>
          </p:nvCxnSpPr>
          <p:spPr>
            <a:xfrm>
              <a:off x="3341370" y="2861945"/>
              <a:ext cx="0" cy="4445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3112770" y="3096895"/>
              <a:ext cx="4445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TextBox 68"/>
          <p:cNvSpPr txBox="1"/>
          <p:nvPr/>
        </p:nvSpPr>
        <p:spPr>
          <a:xfrm>
            <a:off x="4845133" y="1581488"/>
            <a:ext cx="19721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err="1" smtClean="0">
                <a:solidFill>
                  <a:srgbClr val="FF0000"/>
                </a:solidFill>
              </a:rPr>
              <a:t>Screen</a:t>
            </a:r>
            <a:r>
              <a:rPr lang="es-ES" smtClean="0">
                <a:solidFill>
                  <a:srgbClr val="FF0000"/>
                </a:solidFill>
              </a:rPr>
              <a:t> </a:t>
            </a:r>
            <a:r>
              <a:rPr lang="es-ES" err="1" smtClean="0">
                <a:solidFill>
                  <a:srgbClr val="FF0000"/>
                </a:solidFill>
              </a:rPr>
              <a:t>coordinates</a:t>
            </a:r>
            <a:r>
              <a:rPr lang="es-ES" sz="1400"/>
              <a:t/>
            </a:r>
            <a:br>
              <a:rPr lang="es-ES" sz="1400"/>
            </a:br>
            <a:r>
              <a:rPr lang="es-ES" sz="1400" smtClean="0"/>
              <a:t>(</a:t>
            </a:r>
            <a:r>
              <a:rPr lang="es-ES" sz="1400" err="1" smtClean="0"/>
              <a:t>used</a:t>
            </a:r>
            <a:r>
              <a:rPr lang="es-ES" sz="1400" smtClean="0"/>
              <a:t> </a:t>
            </a:r>
            <a:r>
              <a:rPr lang="es-ES" sz="1400" err="1" smtClean="0"/>
              <a:t>for</a:t>
            </a:r>
            <a:r>
              <a:rPr lang="es-ES" sz="1400" smtClean="0"/>
              <a:t> </a:t>
            </a:r>
            <a:r>
              <a:rPr lang="es-ES" sz="1400" err="1" smtClean="0"/>
              <a:t>drawing</a:t>
            </a:r>
            <a:r>
              <a:rPr lang="es-ES" sz="1400" smtClean="0"/>
              <a:t>)</a:t>
            </a:r>
            <a:endParaRPr lang="es-ES" sz="1400"/>
          </a:p>
        </p:txBody>
      </p:sp>
      <p:sp>
        <p:nvSpPr>
          <p:cNvPr id="70" name="TextBox 69"/>
          <p:cNvSpPr txBox="1"/>
          <p:nvPr/>
        </p:nvSpPr>
        <p:spPr>
          <a:xfrm>
            <a:off x="4922444" y="3601819"/>
            <a:ext cx="9268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smtClean="0">
                <a:solidFill>
                  <a:schemeClr val="accent2">
                    <a:lumMod val="75000"/>
                  </a:schemeClr>
                </a:solidFill>
              </a:rPr>
              <a:t>(320, 180)</a:t>
            </a:r>
            <a:endParaRPr lang="es-ES" sz="140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6104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4240530" y="2346960"/>
            <a:ext cx="3181350" cy="2545080"/>
            <a:chOff x="3630930" y="1333500"/>
            <a:chExt cx="3181350" cy="2545080"/>
          </a:xfrm>
        </p:grpSpPr>
        <p:sp>
          <p:nvSpPr>
            <p:cNvPr id="4" name="Rectangle 3"/>
            <p:cNvSpPr/>
            <p:nvPr/>
          </p:nvSpPr>
          <p:spPr>
            <a:xfrm>
              <a:off x="3630930" y="133350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267200" y="133350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903470" y="133350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541645" y="133350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176010" y="133350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630930" y="196977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267200" y="196977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903470" y="196977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5541645" y="196977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176010" y="196977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630930" y="260604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267200" y="260604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903470" y="260604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541645" y="260604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176010" y="260604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3630930" y="324231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267200" y="324231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4903470" y="324231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541645" y="324231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176010" y="324231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63" name="Straight Connector 62"/>
          <p:cNvCxnSpPr/>
          <p:nvPr/>
        </p:nvCxnSpPr>
        <p:spPr>
          <a:xfrm>
            <a:off x="4749165" y="3096895"/>
            <a:ext cx="0" cy="2138045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4520565" y="3331845"/>
            <a:ext cx="3267075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/>
        </p:nvGrpSpPr>
        <p:grpSpPr>
          <a:xfrm>
            <a:off x="4743858" y="3340735"/>
            <a:ext cx="2174693" cy="1193800"/>
            <a:chOff x="3554730" y="4351020"/>
            <a:chExt cx="3632200" cy="1993900"/>
          </a:xfrm>
        </p:grpSpPr>
        <p:sp>
          <p:nvSpPr>
            <p:cNvPr id="60" name="Rectangle 59"/>
            <p:cNvSpPr/>
            <p:nvPr/>
          </p:nvSpPr>
          <p:spPr>
            <a:xfrm>
              <a:off x="3554730" y="4351020"/>
              <a:ext cx="3632200" cy="199390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61" name="Straight Connector 60"/>
            <p:cNvCxnSpPr/>
            <p:nvPr/>
          </p:nvCxnSpPr>
          <p:spPr>
            <a:xfrm>
              <a:off x="5383530" y="5125720"/>
              <a:ext cx="0" cy="44450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5154930" y="5360670"/>
              <a:ext cx="444500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TextBox 64"/>
          <p:cNvSpPr txBox="1"/>
          <p:nvPr/>
        </p:nvSpPr>
        <p:spPr>
          <a:xfrm>
            <a:off x="3655606" y="1981061"/>
            <a:ext cx="5613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smtClean="0"/>
              <a:t>(0, 0)</a:t>
            </a:r>
            <a:endParaRPr lang="es-ES" sz="1400"/>
          </a:p>
        </p:txBody>
      </p:sp>
      <p:sp>
        <p:nvSpPr>
          <p:cNvPr id="66" name="TextBox 65"/>
          <p:cNvSpPr txBox="1"/>
          <p:nvPr/>
        </p:nvSpPr>
        <p:spPr>
          <a:xfrm>
            <a:off x="3933135" y="3031270"/>
            <a:ext cx="8354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smtClean="0"/>
              <a:t>(80, 150)</a:t>
            </a:r>
            <a:endParaRPr lang="es-ES" sz="1400"/>
          </a:p>
        </p:txBody>
      </p:sp>
      <p:grpSp>
        <p:nvGrpSpPr>
          <p:cNvPr id="12" name="Group 11"/>
          <p:cNvGrpSpPr/>
          <p:nvPr/>
        </p:nvGrpSpPr>
        <p:grpSpPr>
          <a:xfrm>
            <a:off x="4008755" y="2106493"/>
            <a:ext cx="444500" cy="444500"/>
            <a:chOff x="3112770" y="2861945"/>
            <a:chExt cx="444500" cy="444500"/>
          </a:xfrm>
        </p:grpSpPr>
        <p:cxnSp>
          <p:nvCxnSpPr>
            <p:cNvPr id="67" name="Straight Connector 66"/>
            <p:cNvCxnSpPr/>
            <p:nvPr/>
          </p:nvCxnSpPr>
          <p:spPr>
            <a:xfrm>
              <a:off x="3341370" y="2861945"/>
              <a:ext cx="0" cy="4445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3112770" y="3096895"/>
              <a:ext cx="4445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TextBox 68"/>
          <p:cNvSpPr txBox="1"/>
          <p:nvPr/>
        </p:nvSpPr>
        <p:spPr>
          <a:xfrm>
            <a:off x="4854722" y="1581488"/>
            <a:ext cx="19529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err="1" smtClean="0">
                <a:solidFill>
                  <a:srgbClr val="00B050"/>
                </a:solidFill>
              </a:rPr>
              <a:t>World</a:t>
            </a:r>
            <a:r>
              <a:rPr lang="es-ES" smtClean="0">
                <a:solidFill>
                  <a:srgbClr val="00B050"/>
                </a:solidFill>
              </a:rPr>
              <a:t> </a:t>
            </a:r>
            <a:r>
              <a:rPr lang="es-ES" err="1" smtClean="0">
                <a:solidFill>
                  <a:srgbClr val="00B050"/>
                </a:solidFill>
              </a:rPr>
              <a:t>coordinates</a:t>
            </a:r>
            <a:r>
              <a:rPr lang="es-ES" sz="1400"/>
              <a:t/>
            </a:r>
            <a:br>
              <a:rPr lang="es-ES" sz="1400"/>
            </a:br>
            <a:r>
              <a:rPr lang="es-ES" sz="1400" smtClean="0"/>
              <a:t>(</a:t>
            </a:r>
            <a:r>
              <a:rPr lang="es-ES" sz="1400" err="1" smtClean="0"/>
              <a:t>used</a:t>
            </a:r>
            <a:r>
              <a:rPr lang="es-ES" sz="1400" smtClean="0"/>
              <a:t> to store positions)</a:t>
            </a:r>
            <a:endParaRPr lang="es-ES" sz="1400"/>
          </a:p>
        </p:txBody>
      </p:sp>
      <p:sp>
        <p:nvSpPr>
          <p:cNvPr id="70" name="TextBox 69"/>
          <p:cNvSpPr txBox="1"/>
          <p:nvPr/>
        </p:nvSpPr>
        <p:spPr>
          <a:xfrm>
            <a:off x="4922444" y="3594199"/>
            <a:ext cx="9268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smtClean="0">
                <a:solidFill>
                  <a:schemeClr val="accent2">
                    <a:lumMod val="75000"/>
                  </a:schemeClr>
                </a:solidFill>
              </a:rPr>
              <a:t>(400, 330)</a:t>
            </a:r>
            <a:endParaRPr lang="es-ES" sz="140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827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4240530" y="2346960"/>
            <a:ext cx="3181350" cy="2545080"/>
            <a:chOff x="3630930" y="1333500"/>
            <a:chExt cx="3181350" cy="2545080"/>
          </a:xfrm>
        </p:grpSpPr>
        <p:sp>
          <p:nvSpPr>
            <p:cNvPr id="4" name="Rectangle 3"/>
            <p:cNvSpPr/>
            <p:nvPr/>
          </p:nvSpPr>
          <p:spPr>
            <a:xfrm>
              <a:off x="3630930" y="133350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267200" y="133350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903470" y="133350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541645" y="133350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176010" y="133350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630930" y="196977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267200" y="196977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903470" y="196977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5541645" y="196977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176010" y="196977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630930" y="260604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267200" y="260604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903470" y="260604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541645" y="260604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176010" y="260604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3630930" y="324231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267200" y="324231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4903470" y="324231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541645" y="324231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176010" y="324231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4743858" y="3340735"/>
            <a:ext cx="2174693" cy="1193800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9" name="TextBox 68"/>
          <p:cNvSpPr txBox="1"/>
          <p:nvPr/>
        </p:nvSpPr>
        <p:spPr>
          <a:xfrm>
            <a:off x="8596501" y="1581488"/>
            <a:ext cx="18912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mtClean="0">
                <a:solidFill>
                  <a:srgbClr val="FF0000"/>
                </a:solidFill>
              </a:rPr>
              <a:t>Near map edges</a:t>
            </a:r>
            <a:r>
              <a:rPr lang="es-ES" sz="1400" smtClean="0"/>
              <a:t/>
            </a:r>
            <a:br>
              <a:rPr lang="es-ES" sz="1400" smtClean="0"/>
            </a:br>
            <a:r>
              <a:rPr lang="es-ES" sz="1400" smtClean="0"/>
              <a:t>Let player be off-center</a:t>
            </a:r>
            <a:endParaRPr lang="es-ES" sz="1400"/>
          </a:p>
        </p:txBody>
      </p:sp>
      <p:grpSp>
        <p:nvGrpSpPr>
          <p:cNvPr id="7" name="Group 6"/>
          <p:cNvGrpSpPr/>
          <p:nvPr/>
        </p:nvGrpSpPr>
        <p:grpSpPr>
          <a:xfrm flipH="1">
            <a:off x="5678788" y="3762375"/>
            <a:ext cx="320040" cy="320040"/>
            <a:chOff x="2979420" y="784860"/>
            <a:chExt cx="647700" cy="647700"/>
          </a:xfrm>
        </p:grpSpPr>
        <p:sp>
          <p:nvSpPr>
            <p:cNvPr id="3" name="Oval 2"/>
            <p:cNvSpPr/>
            <p:nvPr/>
          </p:nvSpPr>
          <p:spPr>
            <a:xfrm>
              <a:off x="2979420" y="784860"/>
              <a:ext cx="647700" cy="6477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2" name="Oval 51"/>
            <p:cNvSpPr/>
            <p:nvPr/>
          </p:nvSpPr>
          <p:spPr>
            <a:xfrm>
              <a:off x="3341370" y="910590"/>
              <a:ext cx="198120" cy="1981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50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53" name="Oval 52"/>
            <p:cNvSpPr/>
            <p:nvPr/>
          </p:nvSpPr>
          <p:spPr>
            <a:xfrm>
              <a:off x="3061335" y="910590"/>
              <a:ext cx="198120" cy="1981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50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5" name="Arc 4"/>
            <p:cNvSpPr/>
            <p:nvPr/>
          </p:nvSpPr>
          <p:spPr>
            <a:xfrm>
              <a:off x="3113722" y="1040130"/>
              <a:ext cx="379095" cy="266700"/>
            </a:xfrm>
            <a:prstGeom prst="arc">
              <a:avLst>
                <a:gd name="adj1" fmla="val 612239"/>
                <a:gd name="adj2" fmla="val 10234190"/>
              </a:avLst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61" name="Straight Connector 60"/>
          <p:cNvCxnSpPr/>
          <p:nvPr/>
        </p:nvCxnSpPr>
        <p:spPr>
          <a:xfrm>
            <a:off x="5838808" y="3804568"/>
            <a:ext cx="0" cy="2661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5701940" y="3945239"/>
            <a:ext cx="2661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/>
          <p:cNvGrpSpPr/>
          <p:nvPr/>
        </p:nvGrpSpPr>
        <p:grpSpPr>
          <a:xfrm>
            <a:off x="7951470" y="2346960"/>
            <a:ext cx="3181350" cy="2545080"/>
            <a:chOff x="3630930" y="1333500"/>
            <a:chExt cx="3181350" cy="2545080"/>
          </a:xfrm>
        </p:grpSpPr>
        <p:sp>
          <p:nvSpPr>
            <p:cNvPr id="55" name="Rectangle 54"/>
            <p:cNvSpPr/>
            <p:nvPr/>
          </p:nvSpPr>
          <p:spPr>
            <a:xfrm>
              <a:off x="3630930" y="133350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4267200" y="133350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903470" y="133350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5541645" y="133350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6176010" y="133350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630930" y="196977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4267200" y="196977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4903470" y="196977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5541645" y="196977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6176010" y="196977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3630930" y="260604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4267200" y="260604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4903470" y="260604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5541645" y="260604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6176010" y="260604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3630930" y="324231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4267200" y="324231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4903470" y="324231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5541645" y="324231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6176010" y="3242310"/>
              <a:ext cx="636270" cy="636270"/>
            </a:xfrm>
            <a:prstGeom prst="rect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86" name="Rectangle 85"/>
          <p:cNvSpPr/>
          <p:nvPr/>
        </p:nvSpPr>
        <p:spPr>
          <a:xfrm>
            <a:off x="7951470" y="2343468"/>
            <a:ext cx="2174693" cy="1193800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87" name="Group 86"/>
          <p:cNvGrpSpPr/>
          <p:nvPr/>
        </p:nvGrpSpPr>
        <p:grpSpPr>
          <a:xfrm flipH="1">
            <a:off x="8082507" y="2462054"/>
            <a:ext cx="320040" cy="320040"/>
            <a:chOff x="2979420" y="784860"/>
            <a:chExt cx="647700" cy="647700"/>
          </a:xfrm>
        </p:grpSpPr>
        <p:sp>
          <p:nvSpPr>
            <p:cNvPr id="88" name="Oval 87"/>
            <p:cNvSpPr/>
            <p:nvPr/>
          </p:nvSpPr>
          <p:spPr>
            <a:xfrm>
              <a:off x="2979420" y="784860"/>
              <a:ext cx="647700" cy="6477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9" name="Oval 88"/>
            <p:cNvSpPr/>
            <p:nvPr/>
          </p:nvSpPr>
          <p:spPr>
            <a:xfrm>
              <a:off x="3341370" y="910590"/>
              <a:ext cx="198120" cy="1981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50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90" name="Oval 89"/>
            <p:cNvSpPr/>
            <p:nvPr/>
          </p:nvSpPr>
          <p:spPr>
            <a:xfrm>
              <a:off x="3061335" y="910590"/>
              <a:ext cx="198120" cy="1981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50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91" name="Arc 90"/>
            <p:cNvSpPr/>
            <p:nvPr/>
          </p:nvSpPr>
          <p:spPr>
            <a:xfrm>
              <a:off x="3113722" y="1040130"/>
              <a:ext cx="379095" cy="266700"/>
            </a:xfrm>
            <a:prstGeom prst="arc">
              <a:avLst>
                <a:gd name="adj1" fmla="val 612239"/>
                <a:gd name="adj2" fmla="val 10234190"/>
              </a:avLst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92" name="Straight Connector 91"/>
          <p:cNvCxnSpPr/>
          <p:nvPr/>
        </p:nvCxnSpPr>
        <p:spPr>
          <a:xfrm>
            <a:off x="9046420" y="2807301"/>
            <a:ext cx="0" cy="2661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>
            <a:off x="8909552" y="2947972"/>
            <a:ext cx="2661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4804640" y="1581488"/>
            <a:ext cx="20531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mtClean="0">
                <a:solidFill>
                  <a:srgbClr val="00B050"/>
                </a:solidFill>
              </a:rPr>
              <a:t>Far from map edges</a:t>
            </a:r>
            <a:r>
              <a:rPr lang="es-ES" sz="1400"/>
              <a:t/>
            </a:r>
            <a:br>
              <a:rPr lang="es-ES" sz="1400"/>
            </a:br>
            <a:r>
              <a:rPr lang="es-ES" sz="1400" smtClean="0"/>
              <a:t>Keep player at center</a:t>
            </a:r>
            <a:endParaRPr lang="es-ES" sz="1400"/>
          </a:p>
        </p:txBody>
      </p:sp>
    </p:spTree>
    <p:extLst>
      <p:ext uri="{BB962C8B-B14F-4D97-AF65-F5344CB8AC3E}">
        <p14:creationId xmlns:p14="http://schemas.microsoft.com/office/powerpoint/2010/main" val="3734848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30930" y="133350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Rectangle 32"/>
          <p:cNvSpPr/>
          <p:nvPr/>
        </p:nvSpPr>
        <p:spPr>
          <a:xfrm>
            <a:off x="4267200" y="133350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Rectangle 33"/>
          <p:cNvSpPr/>
          <p:nvPr/>
        </p:nvSpPr>
        <p:spPr>
          <a:xfrm>
            <a:off x="4903470" y="133350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Rectangle 34"/>
          <p:cNvSpPr/>
          <p:nvPr/>
        </p:nvSpPr>
        <p:spPr>
          <a:xfrm>
            <a:off x="5541645" y="133350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Rectangle 35"/>
          <p:cNvSpPr/>
          <p:nvPr/>
        </p:nvSpPr>
        <p:spPr>
          <a:xfrm>
            <a:off x="6176010" y="133350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Rectangle 36"/>
          <p:cNvSpPr/>
          <p:nvPr/>
        </p:nvSpPr>
        <p:spPr>
          <a:xfrm>
            <a:off x="3630930" y="196977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8" name="Rectangle 37"/>
          <p:cNvSpPr/>
          <p:nvPr/>
        </p:nvSpPr>
        <p:spPr>
          <a:xfrm>
            <a:off x="4267200" y="196977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Rectangle 38"/>
          <p:cNvSpPr/>
          <p:nvPr/>
        </p:nvSpPr>
        <p:spPr>
          <a:xfrm>
            <a:off x="4903470" y="196977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Rectangle 39"/>
          <p:cNvSpPr/>
          <p:nvPr/>
        </p:nvSpPr>
        <p:spPr>
          <a:xfrm>
            <a:off x="5541645" y="196977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1" name="Rectangle 40"/>
          <p:cNvSpPr/>
          <p:nvPr/>
        </p:nvSpPr>
        <p:spPr>
          <a:xfrm>
            <a:off x="6176010" y="196977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2" name="Rectangle 41"/>
          <p:cNvSpPr/>
          <p:nvPr/>
        </p:nvSpPr>
        <p:spPr>
          <a:xfrm>
            <a:off x="3630930" y="260604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3" name="Rectangle 42"/>
          <p:cNvSpPr/>
          <p:nvPr/>
        </p:nvSpPr>
        <p:spPr>
          <a:xfrm>
            <a:off x="4267200" y="260604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4" name="Rectangle 43"/>
          <p:cNvSpPr/>
          <p:nvPr/>
        </p:nvSpPr>
        <p:spPr>
          <a:xfrm>
            <a:off x="4903470" y="260604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Rectangle 44"/>
          <p:cNvSpPr/>
          <p:nvPr/>
        </p:nvSpPr>
        <p:spPr>
          <a:xfrm>
            <a:off x="5541645" y="260604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Rectangle 45"/>
          <p:cNvSpPr/>
          <p:nvPr/>
        </p:nvSpPr>
        <p:spPr>
          <a:xfrm>
            <a:off x="6176010" y="260604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Rectangle 46"/>
          <p:cNvSpPr/>
          <p:nvPr/>
        </p:nvSpPr>
        <p:spPr>
          <a:xfrm>
            <a:off x="3630930" y="324231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8" name="Rectangle 47"/>
          <p:cNvSpPr/>
          <p:nvPr/>
        </p:nvSpPr>
        <p:spPr>
          <a:xfrm>
            <a:off x="4267200" y="324231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9" name="Rectangle 48"/>
          <p:cNvSpPr/>
          <p:nvPr/>
        </p:nvSpPr>
        <p:spPr>
          <a:xfrm>
            <a:off x="4903470" y="324231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0" name="Rectangle 49"/>
          <p:cNvSpPr/>
          <p:nvPr/>
        </p:nvSpPr>
        <p:spPr>
          <a:xfrm>
            <a:off x="5541645" y="324231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Rectangle 50"/>
          <p:cNvSpPr/>
          <p:nvPr/>
        </p:nvSpPr>
        <p:spPr>
          <a:xfrm>
            <a:off x="6176010" y="3242310"/>
            <a:ext cx="636270" cy="63627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2" name="Straight Connector 51"/>
          <p:cNvCxnSpPr/>
          <p:nvPr/>
        </p:nvCxnSpPr>
        <p:spPr>
          <a:xfrm flipV="1">
            <a:off x="3629025" y="3878580"/>
            <a:ext cx="0" cy="355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4632960" y="3329940"/>
            <a:ext cx="0" cy="9042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>
            <a:off x="3636646" y="4145280"/>
            <a:ext cx="1003934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H="1">
            <a:off x="3279775" y="3329939"/>
            <a:ext cx="136080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3279775" y="3878580"/>
            <a:ext cx="3492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V="1">
            <a:off x="3349625" y="3329939"/>
            <a:ext cx="0" cy="548641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675548" y="4207073"/>
            <a:ext cx="9108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smtClean="0"/>
              <a:t>320 pixels</a:t>
            </a:r>
            <a:endParaRPr lang="es-ES" sz="1400"/>
          </a:p>
        </p:txBody>
      </p:sp>
      <p:sp>
        <p:nvSpPr>
          <p:cNvPr id="59" name="TextBox 58"/>
          <p:cNvSpPr txBox="1"/>
          <p:nvPr/>
        </p:nvSpPr>
        <p:spPr>
          <a:xfrm rot="16200000">
            <a:off x="2646312" y="3450370"/>
            <a:ext cx="9108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smtClean="0"/>
              <a:t>180 pixels</a:t>
            </a:r>
            <a:endParaRPr lang="es-ES" sz="1400"/>
          </a:p>
        </p:txBody>
      </p:sp>
      <p:sp>
        <p:nvSpPr>
          <p:cNvPr id="30" name="Rectangle 29"/>
          <p:cNvSpPr/>
          <p:nvPr/>
        </p:nvSpPr>
        <p:spPr>
          <a:xfrm>
            <a:off x="4632960" y="1882140"/>
            <a:ext cx="1181099" cy="1447799"/>
          </a:xfrm>
          <a:prstGeom prst="rect">
            <a:avLst/>
          </a:prstGeom>
          <a:solidFill>
            <a:schemeClr val="accent2">
              <a:lumMod val="40000"/>
              <a:lumOff val="60000"/>
              <a:alpha val="50196"/>
            </a:schemeClr>
          </a:solidFill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60" name="Straight Connector 59"/>
          <p:cNvCxnSpPr/>
          <p:nvPr/>
        </p:nvCxnSpPr>
        <p:spPr>
          <a:xfrm flipV="1">
            <a:off x="5814059" y="3329940"/>
            <a:ext cx="0" cy="9042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6812280" y="3878580"/>
            <a:ext cx="0" cy="355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>
            <a:off x="5818823" y="4145280"/>
            <a:ext cx="1003934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857725" y="4207073"/>
            <a:ext cx="9108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smtClean="0"/>
              <a:t>320 pixels</a:t>
            </a:r>
            <a:endParaRPr lang="es-ES" sz="1400"/>
          </a:p>
        </p:txBody>
      </p:sp>
      <p:cxnSp>
        <p:nvCxnSpPr>
          <p:cNvPr id="64" name="Straight Connector 63"/>
          <p:cNvCxnSpPr/>
          <p:nvPr/>
        </p:nvCxnSpPr>
        <p:spPr>
          <a:xfrm flipH="1">
            <a:off x="3279775" y="1882140"/>
            <a:ext cx="136080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H="1">
            <a:off x="3279775" y="1333500"/>
            <a:ext cx="3492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V="1">
            <a:off x="3349626" y="1341119"/>
            <a:ext cx="0" cy="548641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 rot="16200000">
            <a:off x="2646313" y="1461550"/>
            <a:ext cx="9108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smtClean="0"/>
              <a:t>180 pixels</a:t>
            </a:r>
            <a:endParaRPr lang="es-ES" sz="1400"/>
          </a:p>
        </p:txBody>
      </p:sp>
      <p:sp>
        <p:nvSpPr>
          <p:cNvPr id="68" name="TextBox 67"/>
          <p:cNvSpPr txBox="1"/>
          <p:nvPr/>
        </p:nvSpPr>
        <p:spPr>
          <a:xfrm>
            <a:off x="3547172" y="532775"/>
            <a:ext cx="33488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err="1" smtClean="0"/>
              <a:t>Region</a:t>
            </a:r>
            <a:r>
              <a:rPr lang="es-ES" sz="1600" b="1" smtClean="0"/>
              <a:t> </a:t>
            </a:r>
            <a:r>
              <a:rPr lang="es-ES" sz="1600" b="1" err="1" smtClean="0"/>
              <a:t>where</a:t>
            </a:r>
            <a:r>
              <a:rPr lang="es-ES" sz="1600" b="1" smtClean="0"/>
              <a:t> camera center </a:t>
            </a:r>
            <a:r>
              <a:rPr lang="es-ES" sz="1600" b="1" err="1" smtClean="0"/>
              <a:t>must</a:t>
            </a:r>
            <a:r>
              <a:rPr lang="es-ES" sz="1600" b="1" smtClean="0"/>
              <a:t> be</a:t>
            </a:r>
            <a:r>
              <a:rPr lang="es-ES" sz="1400" smtClean="0"/>
              <a:t/>
            </a:r>
            <a:br>
              <a:rPr lang="es-ES" sz="1400" smtClean="0"/>
            </a:br>
            <a:r>
              <a:rPr lang="es-ES" sz="1200" smtClean="0"/>
              <a:t>(</a:t>
            </a:r>
            <a:r>
              <a:rPr lang="es-ES" sz="1200" err="1" smtClean="0"/>
              <a:t>if</a:t>
            </a:r>
            <a:r>
              <a:rPr lang="es-ES" sz="1200" smtClean="0"/>
              <a:t> </a:t>
            </a:r>
            <a:r>
              <a:rPr lang="es-ES" sz="1200" err="1" smtClean="0"/>
              <a:t>the</a:t>
            </a:r>
            <a:r>
              <a:rPr lang="es-ES" sz="1200" smtClean="0"/>
              <a:t> </a:t>
            </a:r>
            <a:r>
              <a:rPr lang="es-ES" sz="1200" err="1" smtClean="0"/>
              <a:t>screen</a:t>
            </a:r>
            <a:r>
              <a:rPr lang="es-ES" sz="1200" smtClean="0"/>
              <a:t> </a:t>
            </a:r>
            <a:r>
              <a:rPr lang="es-ES" sz="1200" err="1" smtClean="0"/>
              <a:t>must</a:t>
            </a:r>
            <a:r>
              <a:rPr lang="es-ES" sz="1200" smtClean="0"/>
              <a:t> </a:t>
            </a:r>
            <a:r>
              <a:rPr lang="es-ES" sz="1200" err="1" smtClean="0"/>
              <a:t>keep</a:t>
            </a:r>
            <a:r>
              <a:rPr lang="es-ES" sz="1200" smtClean="0"/>
              <a:t> </a:t>
            </a:r>
            <a:r>
              <a:rPr lang="es-ES" sz="1200" err="1" smtClean="0"/>
              <a:t>within</a:t>
            </a:r>
            <a:r>
              <a:rPr lang="es-ES" sz="1200" smtClean="0"/>
              <a:t> </a:t>
            </a:r>
            <a:r>
              <a:rPr lang="es-ES" sz="1200" err="1" smtClean="0"/>
              <a:t>the</a:t>
            </a:r>
            <a:r>
              <a:rPr lang="es-ES" sz="1200" smtClean="0"/>
              <a:t> </a:t>
            </a:r>
            <a:r>
              <a:rPr lang="es-ES" sz="1200" err="1" smtClean="0"/>
              <a:t>map</a:t>
            </a:r>
            <a:r>
              <a:rPr lang="es-ES" sz="1200" smtClean="0"/>
              <a:t>)</a:t>
            </a:r>
            <a:endParaRPr lang="es-ES" sz="1200"/>
          </a:p>
        </p:txBody>
      </p:sp>
    </p:spTree>
    <p:extLst>
      <p:ext uri="{BB962C8B-B14F-4D97-AF65-F5344CB8AC3E}">
        <p14:creationId xmlns:p14="http://schemas.microsoft.com/office/powerpoint/2010/main" val="3581545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68"/>
          <p:cNvSpPr txBox="1"/>
          <p:nvPr/>
        </p:nvSpPr>
        <p:spPr>
          <a:xfrm>
            <a:off x="4248469" y="1581488"/>
            <a:ext cx="31654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smtClean="0"/>
              <a:t>Map tiles visible on screen</a:t>
            </a:r>
            <a:r>
              <a:rPr lang="es-ES" sz="1400"/>
              <a:t/>
            </a:r>
            <a:br>
              <a:rPr lang="es-ES" sz="1400"/>
            </a:br>
            <a:r>
              <a:rPr lang="es-ES" sz="1400" smtClean="0"/>
              <a:t>(</a:t>
            </a:r>
            <a:r>
              <a:rPr lang="es-ES" sz="1400" err="1" smtClean="0"/>
              <a:t>used</a:t>
            </a:r>
            <a:r>
              <a:rPr lang="es-ES" sz="1400" smtClean="0"/>
              <a:t> to reduce 2D iteration for </a:t>
            </a:r>
            <a:r>
              <a:rPr lang="es-ES" sz="1400" err="1" smtClean="0"/>
              <a:t>drawing</a:t>
            </a:r>
            <a:r>
              <a:rPr lang="es-ES" sz="1400" smtClean="0"/>
              <a:t>)</a:t>
            </a:r>
            <a:endParaRPr lang="es-ES" sz="1400"/>
          </a:p>
        </p:txBody>
      </p:sp>
      <p:sp>
        <p:nvSpPr>
          <p:cNvPr id="4" name="Rectangle 3"/>
          <p:cNvSpPr/>
          <p:nvPr/>
        </p:nvSpPr>
        <p:spPr>
          <a:xfrm>
            <a:off x="4101898" y="231520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Rectangle 32"/>
          <p:cNvSpPr/>
          <p:nvPr/>
        </p:nvSpPr>
        <p:spPr>
          <a:xfrm>
            <a:off x="4387648" y="231520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Rectangle 33"/>
          <p:cNvSpPr/>
          <p:nvPr/>
        </p:nvSpPr>
        <p:spPr>
          <a:xfrm>
            <a:off x="4673398" y="231520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Rectangle 34"/>
          <p:cNvSpPr/>
          <p:nvPr/>
        </p:nvSpPr>
        <p:spPr>
          <a:xfrm>
            <a:off x="4960004" y="231520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Rectangle 35"/>
          <p:cNvSpPr/>
          <p:nvPr/>
        </p:nvSpPr>
        <p:spPr>
          <a:xfrm>
            <a:off x="5244898" y="231520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Rectangle 36"/>
          <p:cNvSpPr/>
          <p:nvPr/>
        </p:nvSpPr>
        <p:spPr>
          <a:xfrm>
            <a:off x="4101898" y="260095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8" name="Rectangle 37"/>
          <p:cNvSpPr/>
          <p:nvPr/>
        </p:nvSpPr>
        <p:spPr>
          <a:xfrm>
            <a:off x="4387648" y="260095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Rectangle 38"/>
          <p:cNvSpPr/>
          <p:nvPr/>
        </p:nvSpPr>
        <p:spPr>
          <a:xfrm>
            <a:off x="4673398" y="260095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Rectangle 39"/>
          <p:cNvSpPr/>
          <p:nvPr/>
        </p:nvSpPr>
        <p:spPr>
          <a:xfrm>
            <a:off x="4960004" y="260095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1" name="Rectangle 40"/>
          <p:cNvSpPr/>
          <p:nvPr/>
        </p:nvSpPr>
        <p:spPr>
          <a:xfrm>
            <a:off x="5244898" y="260095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2" name="Rectangle 41"/>
          <p:cNvSpPr/>
          <p:nvPr/>
        </p:nvSpPr>
        <p:spPr>
          <a:xfrm>
            <a:off x="4101898" y="288670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3" name="Rectangle 42"/>
          <p:cNvSpPr/>
          <p:nvPr/>
        </p:nvSpPr>
        <p:spPr>
          <a:xfrm>
            <a:off x="4387648" y="288670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4" name="Rectangle 43"/>
          <p:cNvSpPr/>
          <p:nvPr/>
        </p:nvSpPr>
        <p:spPr>
          <a:xfrm>
            <a:off x="4673398" y="288670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Rectangle 44"/>
          <p:cNvSpPr/>
          <p:nvPr/>
        </p:nvSpPr>
        <p:spPr>
          <a:xfrm>
            <a:off x="4960004" y="288670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Rectangle 45"/>
          <p:cNvSpPr/>
          <p:nvPr/>
        </p:nvSpPr>
        <p:spPr>
          <a:xfrm>
            <a:off x="5244898" y="288670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Rectangle 46"/>
          <p:cNvSpPr/>
          <p:nvPr/>
        </p:nvSpPr>
        <p:spPr>
          <a:xfrm>
            <a:off x="4101898" y="317245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8" name="Rectangle 47"/>
          <p:cNvSpPr/>
          <p:nvPr/>
        </p:nvSpPr>
        <p:spPr>
          <a:xfrm>
            <a:off x="4387648" y="317245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9" name="Rectangle 48"/>
          <p:cNvSpPr/>
          <p:nvPr/>
        </p:nvSpPr>
        <p:spPr>
          <a:xfrm>
            <a:off x="4673398" y="317245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0" name="Rectangle 49"/>
          <p:cNvSpPr/>
          <p:nvPr/>
        </p:nvSpPr>
        <p:spPr>
          <a:xfrm>
            <a:off x="4960004" y="317245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Rectangle 50"/>
          <p:cNvSpPr/>
          <p:nvPr/>
        </p:nvSpPr>
        <p:spPr>
          <a:xfrm>
            <a:off x="5244898" y="317245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2" name="Rectangle 51"/>
          <p:cNvSpPr/>
          <p:nvPr/>
        </p:nvSpPr>
        <p:spPr>
          <a:xfrm>
            <a:off x="5530648" y="231520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Rectangle 52"/>
          <p:cNvSpPr/>
          <p:nvPr/>
        </p:nvSpPr>
        <p:spPr>
          <a:xfrm>
            <a:off x="5816398" y="231520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4" name="Rectangle 53"/>
          <p:cNvSpPr/>
          <p:nvPr/>
        </p:nvSpPr>
        <p:spPr>
          <a:xfrm>
            <a:off x="6102148" y="231520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5" name="Rectangle 54"/>
          <p:cNvSpPr/>
          <p:nvPr/>
        </p:nvSpPr>
        <p:spPr>
          <a:xfrm>
            <a:off x="6388754" y="231520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6" name="Rectangle 55"/>
          <p:cNvSpPr/>
          <p:nvPr/>
        </p:nvSpPr>
        <p:spPr>
          <a:xfrm>
            <a:off x="6673648" y="231520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" name="Rectangle 56"/>
          <p:cNvSpPr/>
          <p:nvPr/>
        </p:nvSpPr>
        <p:spPr>
          <a:xfrm>
            <a:off x="5530648" y="260095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8" name="Rectangle 57"/>
          <p:cNvSpPr/>
          <p:nvPr/>
        </p:nvSpPr>
        <p:spPr>
          <a:xfrm>
            <a:off x="5816398" y="260095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9" name="Rectangle 58"/>
          <p:cNvSpPr/>
          <p:nvPr/>
        </p:nvSpPr>
        <p:spPr>
          <a:xfrm>
            <a:off x="6102148" y="260095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1" name="Rectangle 70"/>
          <p:cNvSpPr/>
          <p:nvPr/>
        </p:nvSpPr>
        <p:spPr>
          <a:xfrm>
            <a:off x="6388754" y="260095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2" name="Rectangle 71"/>
          <p:cNvSpPr/>
          <p:nvPr/>
        </p:nvSpPr>
        <p:spPr>
          <a:xfrm>
            <a:off x="6673648" y="260095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3" name="Rectangle 72"/>
          <p:cNvSpPr/>
          <p:nvPr/>
        </p:nvSpPr>
        <p:spPr>
          <a:xfrm>
            <a:off x="5530648" y="288670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4" name="Rectangle 73"/>
          <p:cNvSpPr/>
          <p:nvPr/>
        </p:nvSpPr>
        <p:spPr>
          <a:xfrm>
            <a:off x="5816398" y="288670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5" name="Rectangle 74"/>
          <p:cNvSpPr/>
          <p:nvPr/>
        </p:nvSpPr>
        <p:spPr>
          <a:xfrm>
            <a:off x="6102148" y="288670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6" name="Rectangle 75"/>
          <p:cNvSpPr/>
          <p:nvPr/>
        </p:nvSpPr>
        <p:spPr>
          <a:xfrm>
            <a:off x="6388754" y="288670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7" name="Rectangle 76"/>
          <p:cNvSpPr/>
          <p:nvPr/>
        </p:nvSpPr>
        <p:spPr>
          <a:xfrm>
            <a:off x="6673648" y="288670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8" name="Rectangle 77"/>
          <p:cNvSpPr/>
          <p:nvPr/>
        </p:nvSpPr>
        <p:spPr>
          <a:xfrm>
            <a:off x="5530648" y="317245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9" name="Rectangle 78"/>
          <p:cNvSpPr/>
          <p:nvPr/>
        </p:nvSpPr>
        <p:spPr>
          <a:xfrm>
            <a:off x="5816398" y="317245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0" name="Rectangle 79"/>
          <p:cNvSpPr/>
          <p:nvPr/>
        </p:nvSpPr>
        <p:spPr>
          <a:xfrm>
            <a:off x="6102148" y="317245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1" name="Rectangle 80"/>
          <p:cNvSpPr/>
          <p:nvPr/>
        </p:nvSpPr>
        <p:spPr>
          <a:xfrm>
            <a:off x="6388754" y="317245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2" name="Rectangle 81"/>
          <p:cNvSpPr/>
          <p:nvPr/>
        </p:nvSpPr>
        <p:spPr>
          <a:xfrm>
            <a:off x="6673648" y="317245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3" name="Rectangle 82"/>
          <p:cNvSpPr/>
          <p:nvPr/>
        </p:nvSpPr>
        <p:spPr>
          <a:xfrm>
            <a:off x="6959398" y="231520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4" name="Rectangle 83"/>
          <p:cNvSpPr/>
          <p:nvPr/>
        </p:nvSpPr>
        <p:spPr>
          <a:xfrm>
            <a:off x="7244292" y="231520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5" name="Rectangle 84"/>
          <p:cNvSpPr/>
          <p:nvPr/>
        </p:nvSpPr>
        <p:spPr>
          <a:xfrm>
            <a:off x="6959398" y="260095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6" name="Rectangle 85"/>
          <p:cNvSpPr/>
          <p:nvPr/>
        </p:nvSpPr>
        <p:spPr>
          <a:xfrm>
            <a:off x="7244292" y="260095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7" name="Rectangle 86"/>
          <p:cNvSpPr/>
          <p:nvPr/>
        </p:nvSpPr>
        <p:spPr>
          <a:xfrm>
            <a:off x="6959398" y="288670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8" name="Rectangle 87"/>
          <p:cNvSpPr/>
          <p:nvPr/>
        </p:nvSpPr>
        <p:spPr>
          <a:xfrm>
            <a:off x="7244292" y="288670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9" name="Rectangle 88"/>
          <p:cNvSpPr/>
          <p:nvPr/>
        </p:nvSpPr>
        <p:spPr>
          <a:xfrm>
            <a:off x="6959398" y="317245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0" name="Rectangle 89"/>
          <p:cNvSpPr/>
          <p:nvPr/>
        </p:nvSpPr>
        <p:spPr>
          <a:xfrm>
            <a:off x="7244292" y="317245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1" name="Rectangle 90"/>
          <p:cNvSpPr/>
          <p:nvPr/>
        </p:nvSpPr>
        <p:spPr>
          <a:xfrm>
            <a:off x="4101898" y="345820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2" name="Rectangle 91"/>
          <p:cNvSpPr/>
          <p:nvPr/>
        </p:nvSpPr>
        <p:spPr>
          <a:xfrm>
            <a:off x="4387648" y="345820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3" name="Rectangle 92"/>
          <p:cNvSpPr/>
          <p:nvPr/>
        </p:nvSpPr>
        <p:spPr>
          <a:xfrm>
            <a:off x="4673398" y="345820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4" name="Rectangle 93"/>
          <p:cNvSpPr/>
          <p:nvPr/>
        </p:nvSpPr>
        <p:spPr>
          <a:xfrm>
            <a:off x="4960004" y="345820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5" name="Rectangle 94"/>
          <p:cNvSpPr/>
          <p:nvPr/>
        </p:nvSpPr>
        <p:spPr>
          <a:xfrm>
            <a:off x="5244898" y="345820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6" name="Rectangle 95"/>
          <p:cNvSpPr/>
          <p:nvPr/>
        </p:nvSpPr>
        <p:spPr>
          <a:xfrm>
            <a:off x="4101898" y="374395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7" name="Rectangle 96"/>
          <p:cNvSpPr/>
          <p:nvPr/>
        </p:nvSpPr>
        <p:spPr>
          <a:xfrm>
            <a:off x="4387648" y="374395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8" name="Rectangle 97"/>
          <p:cNvSpPr/>
          <p:nvPr/>
        </p:nvSpPr>
        <p:spPr>
          <a:xfrm>
            <a:off x="4673398" y="374395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9" name="Rectangle 98"/>
          <p:cNvSpPr/>
          <p:nvPr/>
        </p:nvSpPr>
        <p:spPr>
          <a:xfrm>
            <a:off x="4960004" y="374395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0" name="Rectangle 99"/>
          <p:cNvSpPr/>
          <p:nvPr/>
        </p:nvSpPr>
        <p:spPr>
          <a:xfrm>
            <a:off x="5244898" y="374395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1" name="Rectangle 100"/>
          <p:cNvSpPr/>
          <p:nvPr/>
        </p:nvSpPr>
        <p:spPr>
          <a:xfrm>
            <a:off x="4101898" y="402970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2" name="Rectangle 101"/>
          <p:cNvSpPr/>
          <p:nvPr/>
        </p:nvSpPr>
        <p:spPr>
          <a:xfrm>
            <a:off x="4387648" y="402970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3" name="Rectangle 102"/>
          <p:cNvSpPr/>
          <p:nvPr/>
        </p:nvSpPr>
        <p:spPr>
          <a:xfrm>
            <a:off x="4673398" y="402970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4" name="Rectangle 103"/>
          <p:cNvSpPr/>
          <p:nvPr/>
        </p:nvSpPr>
        <p:spPr>
          <a:xfrm>
            <a:off x="4960004" y="402970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5" name="Rectangle 104"/>
          <p:cNvSpPr/>
          <p:nvPr/>
        </p:nvSpPr>
        <p:spPr>
          <a:xfrm>
            <a:off x="5244898" y="402970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6" name="Rectangle 105"/>
          <p:cNvSpPr/>
          <p:nvPr/>
        </p:nvSpPr>
        <p:spPr>
          <a:xfrm>
            <a:off x="4101898" y="431545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7" name="Rectangle 106"/>
          <p:cNvSpPr/>
          <p:nvPr/>
        </p:nvSpPr>
        <p:spPr>
          <a:xfrm>
            <a:off x="4387648" y="431545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8" name="Rectangle 107"/>
          <p:cNvSpPr/>
          <p:nvPr/>
        </p:nvSpPr>
        <p:spPr>
          <a:xfrm>
            <a:off x="4673398" y="431545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9" name="Rectangle 108"/>
          <p:cNvSpPr/>
          <p:nvPr/>
        </p:nvSpPr>
        <p:spPr>
          <a:xfrm>
            <a:off x="4960004" y="431545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0" name="Rectangle 109"/>
          <p:cNvSpPr/>
          <p:nvPr/>
        </p:nvSpPr>
        <p:spPr>
          <a:xfrm>
            <a:off x="5244898" y="431545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1" name="Rectangle 110"/>
          <p:cNvSpPr/>
          <p:nvPr/>
        </p:nvSpPr>
        <p:spPr>
          <a:xfrm>
            <a:off x="5530648" y="345820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2" name="Rectangle 111"/>
          <p:cNvSpPr/>
          <p:nvPr/>
        </p:nvSpPr>
        <p:spPr>
          <a:xfrm>
            <a:off x="5816398" y="345820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3" name="Rectangle 112"/>
          <p:cNvSpPr/>
          <p:nvPr/>
        </p:nvSpPr>
        <p:spPr>
          <a:xfrm>
            <a:off x="6102148" y="345820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4" name="Rectangle 113"/>
          <p:cNvSpPr/>
          <p:nvPr/>
        </p:nvSpPr>
        <p:spPr>
          <a:xfrm>
            <a:off x="6388754" y="345820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5" name="Rectangle 114"/>
          <p:cNvSpPr/>
          <p:nvPr/>
        </p:nvSpPr>
        <p:spPr>
          <a:xfrm>
            <a:off x="6673648" y="345820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6" name="Rectangle 115"/>
          <p:cNvSpPr/>
          <p:nvPr/>
        </p:nvSpPr>
        <p:spPr>
          <a:xfrm>
            <a:off x="5530648" y="374395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7" name="Rectangle 116"/>
          <p:cNvSpPr/>
          <p:nvPr/>
        </p:nvSpPr>
        <p:spPr>
          <a:xfrm>
            <a:off x="5816398" y="374395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8" name="Rectangle 117"/>
          <p:cNvSpPr/>
          <p:nvPr/>
        </p:nvSpPr>
        <p:spPr>
          <a:xfrm>
            <a:off x="6102148" y="374395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9" name="Rectangle 118"/>
          <p:cNvSpPr/>
          <p:nvPr/>
        </p:nvSpPr>
        <p:spPr>
          <a:xfrm>
            <a:off x="6388754" y="374395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0" name="Rectangle 119"/>
          <p:cNvSpPr/>
          <p:nvPr/>
        </p:nvSpPr>
        <p:spPr>
          <a:xfrm>
            <a:off x="6673648" y="374395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1" name="Rectangle 120"/>
          <p:cNvSpPr/>
          <p:nvPr/>
        </p:nvSpPr>
        <p:spPr>
          <a:xfrm>
            <a:off x="5530648" y="402970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2" name="Rectangle 121"/>
          <p:cNvSpPr/>
          <p:nvPr/>
        </p:nvSpPr>
        <p:spPr>
          <a:xfrm>
            <a:off x="5816398" y="402970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3" name="Rectangle 122"/>
          <p:cNvSpPr/>
          <p:nvPr/>
        </p:nvSpPr>
        <p:spPr>
          <a:xfrm>
            <a:off x="6102148" y="402970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4" name="Rectangle 123"/>
          <p:cNvSpPr/>
          <p:nvPr/>
        </p:nvSpPr>
        <p:spPr>
          <a:xfrm>
            <a:off x="6388754" y="402970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5" name="Rectangle 124"/>
          <p:cNvSpPr/>
          <p:nvPr/>
        </p:nvSpPr>
        <p:spPr>
          <a:xfrm>
            <a:off x="6673648" y="4029702"/>
            <a:ext cx="285750" cy="285750"/>
          </a:xfrm>
          <a:prstGeom prst="rect">
            <a:avLst/>
          </a:prstGeom>
          <a:solidFill>
            <a:srgbClr val="FFFF9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6" name="Rectangle 125"/>
          <p:cNvSpPr/>
          <p:nvPr/>
        </p:nvSpPr>
        <p:spPr>
          <a:xfrm>
            <a:off x="5530648" y="431545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7" name="Rectangle 126"/>
          <p:cNvSpPr/>
          <p:nvPr/>
        </p:nvSpPr>
        <p:spPr>
          <a:xfrm>
            <a:off x="5816398" y="431545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8" name="Rectangle 127"/>
          <p:cNvSpPr/>
          <p:nvPr/>
        </p:nvSpPr>
        <p:spPr>
          <a:xfrm>
            <a:off x="6102148" y="431545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9" name="Rectangle 128"/>
          <p:cNvSpPr/>
          <p:nvPr/>
        </p:nvSpPr>
        <p:spPr>
          <a:xfrm>
            <a:off x="6388754" y="431545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0" name="Rectangle 129"/>
          <p:cNvSpPr/>
          <p:nvPr/>
        </p:nvSpPr>
        <p:spPr>
          <a:xfrm>
            <a:off x="6673648" y="431545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1" name="Rectangle 130"/>
          <p:cNvSpPr/>
          <p:nvPr/>
        </p:nvSpPr>
        <p:spPr>
          <a:xfrm>
            <a:off x="6959398" y="345820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2" name="Rectangle 131"/>
          <p:cNvSpPr/>
          <p:nvPr/>
        </p:nvSpPr>
        <p:spPr>
          <a:xfrm>
            <a:off x="7244292" y="345820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3" name="Rectangle 132"/>
          <p:cNvSpPr/>
          <p:nvPr/>
        </p:nvSpPr>
        <p:spPr>
          <a:xfrm>
            <a:off x="6959398" y="374395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4" name="Rectangle 133"/>
          <p:cNvSpPr/>
          <p:nvPr/>
        </p:nvSpPr>
        <p:spPr>
          <a:xfrm>
            <a:off x="7244292" y="374395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5" name="Rectangle 134"/>
          <p:cNvSpPr/>
          <p:nvPr/>
        </p:nvSpPr>
        <p:spPr>
          <a:xfrm>
            <a:off x="6959398" y="402970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6" name="Rectangle 135"/>
          <p:cNvSpPr/>
          <p:nvPr/>
        </p:nvSpPr>
        <p:spPr>
          <a:xfrm>
            <a:off x="7244292" y="402970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7" name="Rectangle 136"/>
          <p:cNvSpPr/>
          <p:nvPr/>
        </p:nvSpPr>
        <p:spPr>
          <a:xfrm>
            <a:off x="6959398" y="431545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8" name="Rectangle 137"/>
          <p:cNvSpPr/>
          <p:nvPr/>
        </p:nvSpPr>
        <p:spPr>
          <a:xfrm>
            <a:off x="7244292" y="4315452"/>
            <a:ext cx="285750" cy="28575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6" name="Group 5"/>
          <p:cNvGrpSpPr/>
          <p:nvPr/>
        </p:nvGrpSpPr>
        <p:grpSpPr>
          <a:xfrm>
            <a:off x="4609036" y="3011797"/>
            <a:ext cx="2174693" cy="1193800"/>
            <a:chOff x="3554730" y="4351020"/>
            <a:chExt cx="3632200" cy="1993900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60" name="Rectangle 59"/>
            <p:cNvSpPr/>
            <p:nvPr/>
          </p:nvSpPr>
          <p:spPr>
            <a:xfrm>
              <a:off x="3554730" y="4351020"/>
              <a:ext cx="3632200" cy="1993900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61" name="Straight Connector 60"/>
            <p:cNvCxnSpPr/>
            <p:nvPr/>
          </p:nvCxnSpPr>
          <p:spPr>
            <a:xfrm>
              <a:off x="5383530" y="5125720"/>
              <a:ext cx="0" cy="444500"/>
            </a:xfrm>
            <a:prstGeom prst="line">
              <a:avLst/>
            </a:prstGeom>
            <a:grpFill/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5154930" y="5360670"/>
              <a:ext cx="444500" cy="0"/>
            </a:xfrm>
            <a:prstGeom prst="line">
              <a:avLst/>
            </a:prstGeom>
            <a:grpFill/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Right Brace 4"/>
          <p:cNvSpPr/>
          <p:nvPr/>
        </p:nvSpPr>
        <p:spPr>
          <a:xfrm rot="5400000">
            <a:off x="5590342" y="3747577"/>
            <a:ext cx="166362" cy="2190546"/>
          </a:xfrm>
          <a:prstGeom prst="rightBrace">
            <a:avLst>
              <a:gd name="adj1" fmla="val 58510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9" name="TextBox 138"/>
          <p:cNvSpPr txBox="1"/>
          <p:nvPr/>
        </p:nvSpPr>
        <p:spPr>
          <a:xfrm>
            <a:off x="4593796" y="5060659"/>
            <a:ext cx="222851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smtClean="0"/>
              <a:t>Iterate X only from 1 to 9</a:t>
            </a:r>
            <a:br>
              <a:rPr lang="es-ES" sz="1400" smtClean="0"/>
            </a:br>
            <a:r>
              <a:rPr lang="es-ES" sz="1200" smtClean="0"/>
              <a:t>(but full map is 0 to 11)</a:t>
            </a:r>
            <a:endParaRPr lang="es-ES" sz="1200"/>
          </a:p>
        </p:txBody>
      </p:sp>
      <p:sp>
        <p:nvSpPr>
          <p:cNvPr id="140" name="Right Brace 139"/>
          <p:cNvSpPr/>
          <p:nvPr/>
        </p:nvSpPr>
        <p:spPr>
          <a:xfrm rot="10800000">
            <a:off x="3775534" y="3034657"/>
            <a:ext cx="165935" cy="1170940"/>
          </a:xfrm>
          <a:prstGeom prst="rightBrace">
            <a:avLst>
              <a:gd name="adj1" fmla="val 58510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1" name="TextBox 140"/>
          <p:cNvSpPr txBox="1"/>
          <p:nvPr/>
        </p:nvSpPr>
        <p:spPr>
          <a:xfrm>
            <a:off x="1425061" y="3262358"/>
            <a:ext cx="22285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400" smtClean="0"/>
              <a:t>Iterate Y</a:t>
            </a:r>
          </a:p>
          <a:p>
            <a:pPr algn="r"/>
            <a:r>
              <a:rPr lang="es-ES" sz="1400" smtClean="0"/>
              <a:t>only from 2 to 6</a:t>
            </a:r>
            <a:br>
              <a:rPr lang="es-ES" sz="1400" smtClean="0"/>
            </a:br>
            <a:r>
              <a:rPr lang="es-ES" sz="1200" smtClean="0"/>
              <a:t>(but full map is 0 to 7)</a:t>
            </a:r>
            <a:endParaRPr lang="es-ES" sz="1200"/>
          </a:p>
        </p:txBody>
      </p:sp>
      <p:sp>
        <p:nvSpPr>
          <p:cNvPr id="142" name="TextBox 141"/>
          <p:cNvSpPr txBox="1"/>
          <p:nvPr/>
        </p:nvSpPr>
        <p:spPr>
          <a:xfrm>
            <a:off x="3105974" y="2080954"/>
            <a:ext cx="8627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smtClean="0"/>
              <a:t>Tile (0, 0)</a:t>
            </a:r>
            <a:endParaRPr lang="es-ES" sz="140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3941469" y="2312063"/>
            <a:ext cx="303304" cy="146014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7667202" y="4535073"/>
            <a:ext cx="954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smtClean="0"/>
              <a:t>Tile (11, 7)</a:t>
            </a:r>
            <a:endParaRPr lang="es-ES" sz="1400"/>
          </a:p>
        </p:txBody>
      </p:sp>
      <p:cxnSp>
        <p:nvCxnSpPr>
          <p:cNvPr id="144" name="Straight Arrow Connector 143"/>
          <p:cNvCxnSpPr/>
          <p:nvPr/>
        </p:nvCxnSpPr>
        <p:spPr>
          <a:xfrm flipH="1" flipV="1">
            <a:off x="7387168" y="4458328"/>
            <a:ext cx="303194" cy="142874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5503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108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BBVA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CARRACEDO PAIS, JAVIER</dc:creator>
  <cp:lastModifiedBy>CARRACEDO PAIS, JAVIER</cp:lastModifiedBy>
  <cp:revision>18</cp:revision>
  <dcterms:created xsi:type="dcterms:W3CDTF">2022-10-26T06:43:46Z</dcterms:created>
  <dcterms:modified xsi:type="dcterms:W3CDTF">2022-10-26T14:44:18Z</dcterms:modified>
</cp:coreProperties>
</file>