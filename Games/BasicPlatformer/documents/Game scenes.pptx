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31" autoAdjust="0"/>
  </p:normalViewPr>
  <p:slideViewPr>
    <p:cSldViewPr>
      <p:cViewPr>
        <p:scale>
          <a:sx n="150" d="100"/>
          <a:sy n="150" d="100"/>
        </p:scale>
        <p:origin x="-552" y="-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AC650-DBF9-4A09-A121-599FBE05A731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67200-090D-48EA-BA2E-2D09EFAD549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67200-090D-48EA-BA2E-2D09EFAD549B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E6F0-A8CF-4EEC-A770-99729A977B58}" type="datetimeFigureOut">
              <a:rPr lang="es-ES" smtClean="0"/>
              <a:pPr/>
              <a:t>05/12/2021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619672" y="1955616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Title</a:t>
            </a:r>
            <a:endParaRPr lang="es-ES" sz="1200"/>
          </a:p>
        </p:txBody>
      </p:sp>
      <p:sp>
        <p:nvSpPr>
          <p:cNvPr id="6" name="5 Elipse"/>
          <p:cNvSpPr/>
          <p:nvPr/>
        </p:nvSpPr>
        <p:spPr>
          <a:xfrm>
            <a:off x="827584" y="2027624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6" idx="6"/>
            <a:endCxn id="5" idx="1"/>
          </p:cNvCxnSpPr>
          <p:nvPr/>
        </p:nvCxnSpPr>
        <p:spPr>
          <a:xfrm>
            <a:off x="1115616" y="217164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5148064" y="1955616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World clear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Flow of game scenes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 redondeado"/>
          <p:cNvSpPr/>
          <p:nvPr/>
        </p:nvSpPr>
        <p:spPr>
          <a:xfrm>
            <a:off x="3347864" y="1955616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Gameplay</a:t>
            </a:r>
            <a:endParaRPr lang="es-ES" sz="1200"/>
          </a:p>
        </p:txBody>
      </p:sp>
      <p:cxnSp>
        <p:nvCxnSpPr>
          <p:cNvPr id="67" name="66 Conector recto de flecha"/>
          <p:cNvCxnSpPr>
            <a:stCxn id="5" idx="3"/>
            <a:endCxn id="14" idx="1"/>
          </p:cNvCxnSpPr>
          <p:nvPr/>
        </p:nvCxnSpPr>
        <p:spPr>
          <a:xfrm>
            <a:off x="2627784" y="217164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2658379" y="1739593"/>
            <a:ext cx="617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Start pressed</a:t>
            </a:r>
            <a:endParaRPr lang="es-ES" sz="1000"/>
          </a:p>
        </p:txBody>
      </p:sp>
      <p:sp>
        <p:nvSpPr>
          <p:cNvPr id="19" name="18 Rectángulo redondeado"/>
          <p:cNvSpPr/>
          <p:nvPr/>
        </p:nvSpPr>
        <p:spPr>
          <a:xfrm>
            <a:off x="3347864" y="289172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Game Over</a:t>
            </a:r>
            <a:endParaRPr lang="es-ES" sz="1200"/>
          </a:p>
        </p:txBody>
      </p:sp>
      <p:cxnSp>
        <p:nvCxnSpPr>
          <p:cNvPr id="21" name="20 Forma"/>
          <p:cNvCxnSpPr>
            <a:stCxn id="34" idx="2"/>
          </p:cNvCxnSpPr>
          <p:nvPr/>
        </p:nvCxnSpPr>
        <p:spPr>
          <a:xfrm rot="5400000" flipH="1">
            <a:off x="4211960" y="155416"/>
            <a:ext cx="936104" cy="5400600"/>
          </a:xfrm>
          <a:prstGeom prst="bentConnector4">
            <a:avLst>
              <a:gd name="adj1" fmla="val -50197"/>
              <a:gd name="adj2" fmla="val 9993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stCxn id="14" idx="2"/>
            <a:endCxn id="19" idx="0"/>
          </p:cNvCxnSpPr>
          <p:nvPr/>
        </p:nvCxnSpPr>
        <p:spPr>
          <a:xfrm>
            <a:off x="3851920" y="2387664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Forma"/>
          <p:cNvCxnSpPr>
            <a:stCxn id="19" idx="1"/>
          </p:cNvCxnSpPr>
          <p:nvPr/>
        </p:nvCxnSpPr>
        <p:spPr>
          <a:xfrm rot="10800000">
            <a:off x="2267744" y="2387664"/>
            <a:ext cx="1080120" cy="720080"/>
          </a:xfrm>
          <a:prstGeom prst="bentConnector3">
            <a:avLst>
              <a:gd name="adj1" fmla="val 9997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Rectángulo redondeado"/>
          <p:cNvSpPr/>
          <p:nvPr/>
        </p:nvSpPr>
        <p:spPr>
          <a:xfrm>
            <a:off x="6876256" y="1955616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Credits</a:t>
            </a:r>
            <a:endParaRPr lang="es-ES" sz="1200"/>
          </a:p>
        </p:txBody>
      </p:sp>
      <p:sp>
        <p:nvSpPr>
          <p:cNvPr id="34" name="33 Rectángulo redondeado"/>
          <p:cNvSpPr/>
          <p:nvPr/>
        </p:nvSpPr>
        <p:spPr>
          <a:xfrm>
            <a:off x="6876256" y="289172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Ending</a:t>
            </a:r>
            <a:endParaRPr lang="es-ES" sz="1200"/>
          </a:p>
        </p:txBody>
      </p:sp>
      <p:cxnSp>
        <p:nvCxnSpPr>
          <p:cNvPr id="50" name="49 Conector recto de flecha"/>
          <p:cNvCxnSpPr>
            <a:stCxn id="14" idx="3"/>
            <a:endCxn id="9" idx="1"/>
          </p:cNvCxnSpPr>
          <p:nvPr/>
        </p:nvCxnSpPr>
        <p:spPr>
          <a:xfrm>
            <a:off x="4355976" y="217164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4355976" y="173959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Last level</a:t>
            </a:r>
          </a:p>
          <a:p>
            <a:r>
              <a:rPr lang="es-ES" sz="1000" smtClean="0"/>
              <a:t>was cleared</a:t>
            </a:r>
            <a:endParaRPr lang="es-ES" sz="1000"/>
          </a:p>
        </p:txBody>
      </p:sp>
      <p:sp>
        <p:nvSpPr>
          <p:cNvPr id="53" name="52 CuadroTexto"/>
          <p:cNvSpPr txBox="1"/>
          <p:nvPr/>
        </p:nvSpPr>
        <p:spPr>
          <a:xfrm>
            <a:off x="3851920" y="2419602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Player lost</a:t>
            </a:r>
          </a:p>
          <a:p>
            <a:r>
              <a:rPr lang="es-ES" sz="1000" smtClean="0"/>
              <a:t>all lives</a:t>
            </a:r>
            <a:endParaRPr lang="es-ES" sz="1000"/>
          </a:p>
        </p:txBody>
      </p:sp>
      <p:sp>
        <p:nvSpPr>
          <p:cNvPr id="61" name="60 CuadroTexto"/>
          <p:cNvSpPr txBox="1"/>
          <p:nvPr/>
        </p:nvSpPr>
        <p:spPr>
          <a:xfrm>
            <a:off x="6114763" y="1771530"/>
            <a:ext cx="761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/>
              <a:t>No worlds left</a:t>
            </a:r>
            <a:endParaRPr lang="es-ES" sz="1000"/>
          </a:p>
        </p:txBody>
      </p:sp>
      <p:sp>
        <p:nvSpPr>
          <p:cNvPr id="62" name="61 CuadroTexto"/>
          <p:cNvSpPr txBox="1"/>
          <p:nvPr/>
        </p:nvSpPr>
        <p:spPr>
          <a:xfrm>
            <a:off x="7380312" y="3395776"/>
            <a:ext cx="617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Button pressed</a:t>
            </a:r>
            <a:endParaRPr lang="es-ES" sz="1000"/>
          </a:p>
        </p:txBody>
      </p:sp>
      <p:cxnSp>
        <p:nvCxnSpPr>
          <p:cNvPr id="64" name="63 Conector recto de flecha"/>
          <p:cNvCxnSpPr>
            <a:stCxn id="9" idx="3"/>
            <a:endCxn id="31" idx="1"/>
          </p:cNvCxnSpPr>
          <p:nvPr/>
        </p:nvCxnSpPr>
        <p:spPr>
          <a:xfrm>
            <a:off x="6156176" y="217164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69 CuadroTexto"/>
          <p:cNvSpPr txBox="1"/>
          <p:nvPr/>
        </p:nvSpPr>
        <p:spPr>
          <a:xfrm>
            <a:off x="2699792" y="2819712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79" name="78 Conector recto de flecha"/>
          <p:cNvCxnSpPr>
            <a:stCxn id="31" idx="2"/>
            <a:endCxn id="34" idx="0"/>
          </p:cNvCxnSpPr>
          <p:nvPr/>
        </p:nvCxnSpPr>
        <p:spPr>
          <a:xfrm>
            <a:off x="7380312" y="2387664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81 CuadroTexto"/>
          <p:cNvSpPr txBox="1"/>
          <p:nvPr/>
        </p:nvSpPr>
        <p:spPr>
          <a:xfrm>
            <a:off x="7380312" y="2501483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27" name="26 Conector angular"/>
          <p:cNvCxnSpPr>
            <a:stCxn id="9" idx="0"/>
            <a:endCxn id="14" idx="0"/>
          </p:cNvCxnSpPr>
          <p:nvPr/>
        </p:nvCxnSpPr>
        <p:spPr>
          <a:xfrm rot="16200000" flipV="1">
            <a:off x="4752020" y="1055516"/>
            <a:ext cx="12700" cy="1800200"/>
          </a:xfrm>
          <a:prstGeom prst="bentConnector3">
            <a:avLst>
              <a:gd name="adj1" fmla="val 355000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CuadroTexto"/>
          <p:cNvSpPr txBox="1"/>
          <p:nvPr/>
        </p:nvSpPr>
        <p:spPr>
          <a:xfrm>
            <a:off x="4283968" y="1235536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More worlds left</a:t>
            </a:r>
            <a:endParaRPr lang="es-E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 redondeado"/>
          <p:cNvSpPr/>
          <p:nvPr/>
        </p:nvSpPr>
        <p:spPr>
          <a:xfrm>
            <a:off x="4788024" y="242773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Play level</a:t>
            </a:r>
            <a:endParaRPr lang="es-ES" sz="1200"/>
          </a:p>
        </p:txBody>
      </p:sp>
      <p:sp>
        <p:nvSpPr>
          <p:cNvPr id="27" name="26 Rectángulo redondeado"/>
          <p:cNvSpPr/>
          <p:nvPr/>
        </p:nvSpPr>
        <p:spPr>
          <a:xfrm>
            <a:off x="6444208" y="242773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Pause</a:t>
            </a:r>
            <a:endParaRPr lang="es-ES" sz="1200"/>
          </a:p>
        </p:txBody>
      </p:sp>
      <p:grpSp>
        <p:nvGrpSpPr>
          <p:cNvPr id="34" name="33 Grupo"/>
          <p:cNvGrpSpPr/>
          <p:nvPr/>
        </p:nvGrpSpPr>
        <p:grpSpPr>
          <a:xfrm>
            <a:off x="7956376" y="2499742"/>
            <a:ext cx="288032" cy="288032"/>
            <a:chOff x="7812360" y="2283718"/>
            <a:chExt cx="288032" cy="288032"/>
          </a:xfrm>
        </p:grpSpPr>
        <p:sp>
          <p:nvSpPr>
            <p:cNvPr id="32" name="31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32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5" name="24 Rectángulo redondeado"/>
          <p:cNvSpPr/>
          <p:nvPr/>
        </p:nvSpPr>
        <p:spPr>
          <a:xfrm>
            <a:off x="2987824" y="242773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intro</a:t>
            </a:r>
            <a:endParaRPr lang="es-ES" sz="1200"/>
          </a:p>
        </p:txBody>
      </p:sp>
      <p:cxnSp>
        <p:nvCxnSpPr>
          <p:cNvPr id="70" name="69 Conector recto de flecha"/>
          <p:cNvCxnSpPr>
            <a:stCxn id="25" idx="3"/>
            <a:endCxn id="19" idx="1"/>
          </p:cNvCxnSpPr>
          <p:nvPr/>
        </p:nvCxnSpPr>
        <p:spPr>
          <a:xfrm>
            <a:off x="3995936" y="264375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101 CuadroTexto"/>
          <p:cNvSpPr txBox="1"/>
          <p:nvPr/>
        </p:nvSpPr>
        <p:spPr>
          <a:xfrm>
            <a:off x="251520" y="11418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 for Gameplay scene</a:t>
            </a:r>
            <a:endParaRPr lang="es-ES"/>
          </a:p>
        </p:txBody>
      </p:sp>
      <p:cxnSp>
        <p:nvCxnSpPr>
          <p:cNvPr id="103" name="10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>
            <a:off x="5796136" y="2571750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Elipse"/>
          <p:cNvSpPr/>
          <p:nvPr/>
        </p:nvSpPr>
        <p:spPr>
          <a:xfrm>
            <a:off x="611560" y="2499742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0" name="39 Conector recto de flecha"/>
          <p:cNvCxnSpPr>
            <a:stCxn id="39" idx="6"/>
            <a:endCxn id="42" idx="1"/>
          </p:cNvCxnSpPr>
          <p:nvPr/>
        </p:nvCxnSpPr>
        <p:spPr>
          <a:xfrm>
            <a:off x="899592" y="2643758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Rectángulo redondeado"/>
          <p:cNvSpPr/>
          <p:nvPr/>
        </p:nvSpPr>
        <p:spPr>
          <a:xfrm>
            <a:off x="1331640" y="242773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44" name="43 Conector recto de flecha"/>
          <p:cNvCxnSpPr>
            <a:stCxn id="42" idx="3"/>
            <a:endCxn id="25" idx="1"/>
          </p:cNvCxnSpPr>
          <p:nvPr/>
        </p:nvCxnSpPr>
        <p:spPr>
          <a:xfrm>
            <a:off x="2339752" y="264375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CuadroTexto"/>
          <p:cNvSpPr txBox="1"/>
          <p:nvPr/>
        </p:nvSpPr>
        <p:spPr>
          <a:xfrm>
            <a:off x="2370347" y="268556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7" name="46 CuadroTexto"/>
          <p:cNvSpPr txBox="1"/>
          <p:nvPr/>
        </p:nvSpPr>
        <p:spPr>
          <a:xfrm>
            <a:off x="4067944" y="268556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6" name="55 CuadroTexto"/>
          <p:cNvSpPr txBox="1"/>
          <p:nvPr/>
        </p:nvSpPr>
        <p:spPr>
          <a:xfrm>
            <a:off x="5796136" y="1491630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World has ended</a:t>
            </a:r>
            <a:endParaRPr lang="es-ES" sz="1000"/>
          </a:p>
        </p:txBody>
      </p:sp>
      <p:sp>
        <p:nvSpPr>
          <p:cNvPr id="64" name="63 CuadroTexto"/>
          <p:cNvSpPr txBox="1"/>
          <p:nvPr/>
        </p:nvSpPr>
        <p:spPr>
          <a:xfrm>
            <a:off x="3923928" y="1347614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/>
              <a:t>World has more levels</a:t>
            </a:r>
            <a:endParaRPr lang="es-ES" sz="1000"/>
          </a:p>
        </p:txBody>
      </p:sp>
      <p:sp>
        <p:nvSpPr>
          <p:cNvPr id="53" name="52 Rectángulo redondeado"/>
          <p:cNvSpPr/>
          <p:nvPr/>
        </p:nvSpPr>
        <p:spPr>
          <a:xfrm>
            <a:off x="2987824" y="1563638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Fade Out</a:t>
            </a:r>
            <a:endParaRPr lang="es-ES" sz="1200"/>
          </a:p>
        </p:txBody>
      </p:sp>
      <p:sp>
        <p:nvSpPr>
          <p:cNvPr id="55" name="54 CuadroTexto"/>
          <p:cNvSpPr txBox="1"/>
          <p:nvPr/>
        </p:nvSpPr>
        <p:spPr>
          <a:xfrm>
            <a:off x="4716016" y="1995686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Level</a:t>
            </a:r>
          </a:p>
          <a:p>
            <a:pPr algn="r"/>
            <a:r>
              <a:rPr lang="es-ES" sz="1000" smtClean="0"/>
              <a:t>cleared</a:t>
            </a:r>
          </a:p>
        </p:txBody>
      </p:sp>
      <p:sp>
        <p:nvSpPr>
          <p:cNvPr id="74" name="73 CuadroTexto"/>
          <p:cNvSpPr txBox="1"/>
          <p:nvPr/>
        </p:nvSpPr>
        <p:spPr>
          <a:xfrm>
            <a:off x="4716016" y="2891720"/>
            <a:ext cx="570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Player dies</a:t>
            </a:r>
            <a:endParaRPr lang="es-ES" sz="1000" smtClean="0"/>
          </a:p>
        </p:txBody>
      </p:sp>
      <p:sp>
        <p:nvSpPr>
          <p:cNvPr id="54" name="53 Rectángulo redondeado"/>
          <p:cNvSpPr/>
          <p:nvPr/>
        </p:nvSpPr>
        <p:spPr>
          <a:xfrm>
            <a:off x="4788024" y="3363838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sp>
        <p:nvSpPr>
          <p:cNvPr id="58" name="57 Rectángulo redondeado"/>
          <p:cNvSpPr/>
          <p:nvPr/>
        </p:nvSpPr>
        <p:spPr>
          <a:xfrm>
            <a:off x="4788024" y="1563638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Goal</a:t>
            </a:r>
            <a:endParaRPr lang="es-ES" sz="1200"/>
          </a:p>
        </p:txBody>
      </p:sp>
      <p:cxnSp>
        <p:nvCxnSpPr>
          <p:cNvPr id="85" name="84 Conector recto de flecha"/>
          <p:cNvCxnSpPr>
            <a:stCxn id="19" idx="2"/>
            <a:endCxn id="54" idx="0"/>
          </p:cNvCxnSpPr>
          <p:nvPr/>
        </p:nvCxnSpPr>
        <p:spPr>
          <a:xfrm>
            <a:off x="5292080" y="285978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85 CuadroTexto"/>
          <p:cNvSpPr txBox="1"/>
          <p:nvPr/>
        </p:nvSpPr>
        <p:spPr>
          <a:xfrm>
            <a:off x="5868144" y="3621673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Player has no lives</a:t>
            </a:r>
            <a:endParaRPr lang="es-ES" sz="1000"/>
          </a:p>
        </p:txBody>
      </p:sp>
      <p:sp>
        <p:nvSpPr>
          <p:cNvPr id="66" name="65 CuadroTexto"/>
          <p:cNvSpPr txBox="1"/>
          <p:nvPr/>
        </p:nvSpPr>
        <p:spPr>
          <a:xfrm>
            <a:off x="5796136" y="209963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Start</a:t>
            </a:r>
          </a:p>
          <a:p>
            <a:pPr algn="ctr"/>
            <a:r>
              <a:rPr lang="es-ES" sz="1000" smtClean="0"/>
              <a:t>pressed</a:t>
            </a:r>
            <a:endParaRPr lang="es-ES" sz="1000"/>
          </a:p>
        </p:txBody>
      </p:sp>
      <p:cxnSp>
        <p:nvCxnSpPr>
          <p:cNvPr id="96" name="95 Conector recto de flecha"/>
          <p:cNvCxnSpPr>
            <a:stCxn id="19" idx="0"/>
            <a:endCxn id="58" idx="2"/>
          </p:cNvCxnSpPr>
          <p:nvPr/>
        </p:nvCxnSpPr>
        <p:spPr>
          <a:xfrm flipV="1">
            <a:off x="5292080" y="199568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angular"/>
          <p:cNvCxnSpPr>
            <a:stCxn id="54" idx="1"/>
            <a:endCxn id="42" idx="2"/>
          </p:cNvCxnSpPr>
          <p:nvPr/>
        </p:nvCxnSpPr>
        <p:spPr>
          <a:xfrm rot="10800000">
            <a:off x="1835696" y="2859782"/>
            <a:ext cx="2952328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105 Conector angular"/>
          <p:cNvCxnSpPr>
            <a:stCxn id="53" idx="1"/>
            <a:endCxn id="42" idx="0"/>
          </p:cNvCxnSpPr>
          <p:nvPr/>
        </p:nvCxnSpPr>
        <p:spPr>
          <a:xfrm rot="10800000" flipV="1">
            <a:off x="1835696" y="1779662"/>
            <a:ext cx="1152128" cy="64807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18 Conector recto de flecha"/>
          <p:cNvCxnSpPr>
            <a:stCxn id="58" idx="1"/>
            <a:endCxn id="53" idx="3"/>
          </p:cNvCxnSpPr>
          <p:nvPr/>
        </p:nvCxnSpPr>
        <p:spPr>
          <a:xfrm flipH="1">
            <a:off x="3995936" y="177966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121 CuadroTexto"/>
          <p:cNvSpPr txBox="1"/>
          <p:nvPr/>
        </p:nvSpPr>
        <p:spPr>
          <a:xfrm>
            <a:off x="2339752" y="1491630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127" name="126 CuadroTexto"/>
          <p:cNvSpPr txBox="1"/>
          <p:nvPr/>
        </p:nvSpPr>
        <p:spPr>
          <a:xfrm>
            <a:off x="5796136" y="274770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Start</a:t>
            </a:r>
          </a:p>
          <a:p>
            <a:pPr algn="ctr"/>
            <a:r>
              <a:rPr lang="es-ES" sz="1000" smtClean="0"/>
              <a:t>pressed</a:t>
            </a:r>
            <a:endParaRPr lang="es-ES" sz="1000"/>
          </a:p>
        </p:txBody>
      </p:sp>
      <p:cxnSp>
        <p:nvCxnSpPr>
          <p:cNvPr id="130" name="129 Conector recto de flecha"/>
          <p:cNvCxnSpPr/>
          <p:nvPr/>
        </p:nvCxnSpPr>
        <p:spPr>
          <a:xfrm>
            <a:off x="5796136" y="2715766"/>
            <a:ext cx="648072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105 Conector angular"/>
          <p:cNvCxnSpPr>
            <a:stCxn id="58" idx="3"/>
            <a:endCxn id="32" idx="0"/>
          </p:cNvCxnSpPr>
          <p:nvPr/>
        </p:nvCxnSpPr>
        <p:spPr>
          <a:xfrm>
            <a:off x="5796136" y="1779662"/>
            <a:ext cx="230425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05 Conector angular"/>
          <p:cNvCxnSpPr>
            <a:stCxn id="54" idx="3"/>
            <a:endCxn id="32" idx="4"/>
          </p:cNvCxnSpPr>
          <p:nvPr/>
        </p:nvCxnSpPr>
        <p:spPr>
          <a:xfrm flipV="1">
            <a:off x="5796136" y="2787774"/>
            <a:ext cx="2304256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136 CuadroTexto"/>
          <p:cNvSpPr txBox="1"/>
          <p:nvPr/>
        </p:nvSpPr>
        <p:spPr>
          <a:xfrm>
            <a:off x="3419872" y="3621673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Player has more lives</a:t>
            </a:r>
            <a:endParaRPr lang="es-E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915816" y="1923678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(scene) </a:t>
            </a:r>
            <a:r>
              <a:rPr lang="es-ES" sz="1200" smtClean="0">
                <a:solidFill>
                  <a:srgbClr val="0000FF"/>
                </a:solidFill>
              </a:rPr>
              <a:t>Gameplay</a:t>
            </a:r>
            <a:endParaRPr lang="es-ES" sz="1200" smtClean="0">
              <a:solidFill>
                <a:srgbClr val="FF0000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788024" y="1923678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(scene state)</a:t>
            </a:r>
            <a:r>
              <a:rPr lang="es-ES" sz="1200" smtClean="0">
                <a:solidFill>
                  <a:srgbClr val="FF0000"/>
                </a:solidFill>
              </a:rPr>
              <a:t> </a:t>
            </a:r>
            <a:r>
              <a:rPr lang="es-ES" sz="1200" smtClean="0">
                <a:solidFill>
                  <a:srgbClr val="0000FF"/>
                </a:solidFill>
              </a:rPr>
              <a:t>Play level</a:t>
            </a:r>
            <a:endParaRPr lang="es-ES" sz="1200">
              <a:solidFill>
                <a:srgbClr val="FF0000"/>
              </a:solidFill>
            </a:endParaRPr>
          </a:p>
        </p:txBody>
      </p:sp>
      <p:cxnSp>
        <p:nvCxnSpPr>
          <p:cNvPr id="9" name="8 Conector recto de flecha"/>
          <p:cNvCxnSpPr>
            <a:stCxn id="4" idx="3"/>
            <a:endCxn id="8" idx="1"/>
          </p:cNvCxnSpPr>
          <p:nvPr/>
        </p:nvCxnSpPr>
        <p:spPr>
          <a:xfrm>
            <a:off x="4067944" y="221171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 redondeado"/>
          <p:cNvSpPr/>
          <p:nvPr/>
        </p:nvSpPr>
        <p:spPr>
          <a:xfrm>
            <a:off x="4788024" y="4227934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(map + data)</a:t>
            </a:r>
          </a:p>
          <a:p>
            <a:pPr algn="ctr"/>
            <a:r>
              <a:rPr lang="es-ES" sz="1200" smtClean="0">
                <a:solidFill>
                  <a:srgbClr val="0000FF"/>
                </a:solidFill>
              </a:rPr>
              <a:t>Level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5724128" y="3075806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Level objects</a:t>
            </a:r>
            <a:endParaRPr lang="es-ES" sz="1200">
              <a:solidFill>
                <a:srgbClr val="0000FF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3851920" y="3075806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Player</a:t>
            </a:r>
            <a:endParaRPr lang="es-ES" sz="1200">
              <a:solidFill>
                <a:srgbClr val="0000FF"/>
              </a:solidFill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251520" y="11418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Gameplay objects: </a:t>
            </a:r>
            <a:r>
              <a:rPr lang="es-ES" smtClean="0"/>
              <a:t>Control flow and relationships</a:t>
            </a:r>
            <a:endParaRPr lang="es-ES"/>
          </a:p>
        </p:txBody>
      </p:sp>
      <p:cxnSp>
        <p:nvCxnSpPr>
          <p:cNvPr id="16" name="15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4139952" y="379588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References</a:t>
            </a:r>
            <a:endParaRPr lang="es-ES" sz="1000"/>
          </a:p>
        </p:txBody>
      </p:sp>
      <p:sp>
        <p:nvSpPr>
          <p:cNvPr id="41" name="40 Rectángulo redondeado"/>
          <p:cNvSpPr/>
          <p:nvPr/>
        </p:nvSpPr>
        <p:spPr>
          <a:xfrm>
            <a:off x="1115616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(in main function) </a:t>
            </a:r>
          </a:p>
          <a:p>
            <a:pPr algn="ctr"/>
            <a:r>
              <a:rPr lang="es-ES" sz="1200" smtClean="0">
                <a:solidFill>
                  <a:schemeClr val="tx1"/>
                </a:solidFill>
              </a:rPr>
              <a:t>Main </a:t>
            </a:r>
            <a:r>
              <a:rPr lang="es-ES" sz="1200" smtClean="0">
                <a:solidFill>
                  <a:schemeClr val="tx1"/>
                </a:solidFill>
              </a:rPr>
              <a:t>loop</a:t>
            </a:r>
          </a:p>
        </p:txBody>
      </p:sp>
      <p:cxnSp>
        <p:nvCxnSpPr>
          <p:cNvPr id="42" name="41 Conector recto de flecha"/>
          <p:cNvCxnSpPr>
            <a:stCxn id="41" idx="3"/>
            <a:endCxn id="4" idx="1"/>
          </p:cNvCxnSpPr>
          <p:nvPr/>
        </p:nvCxnSpPr>
        <p:spPr>
          <a:xfrm>
            <a:off x="2267744" y="2211710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 redondeado"/>
          <p:cNvSpPr/>
          <p:nvPr/>
        </p:nvSpPr>
        <p:spPr>
          <a:xfrm>
            <a:off x="4788024" y="843558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(lives, coins, time)</a:t>
            </a:r>
          </a:p>
          <a:p>
            <a:pPr algn="ctr"/>
            <a:r>
              <a:rPr lang="es-ES" sz="1200" smtClean="0">
                <a:solidFill>
                  <a:srgbClr val="0000FF"/>
                </a:solidFill>
              </a:rPr>
              <a:t>GUI</a:t>
            </a:r>
          </a:p>
        </p:txBody>
      </p:sp>
      <p:sp>
        <p:nvSpPr>
          <p:cNvPr id="33" name="32 Rectángulo redondeado"/>
          <p:cNvSpPr/>
          <p:nvPr/>
        </p:nvSpPr>
        <p:spPr>
          <a:xfrm>
            <a:off x="6588224" y="1923678"/>
            <a:ext cx="1152128" cy="576064"/>
          </a:xfrm>
          <a:prstGeom prst="roundRect">
            <a:avLst>
              <a:gd name="adj" fmla="val 10396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smtClean="0">
                <a:solidFill>
                  <a:srgbClr val="FF0000"/>
                </a:solidFill>
              </a:rPr>
              <a:t>(2D position)</a:t>
            </a:r>
          </a:p>
          <a:p>
            <a:pPr algn="ctr"/>
            <a:r>
              <a:rPr lang="es-ES" sz="1200" smtClean="0">
                <a:solidFill>
                  <a:srgbClr val="0000FF"/>
                </a:solidFill>
              </a:rPr>
              <a:t>Camera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2339752" y="1923678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/>
              <a:t>Runs</a:t>
            </a:r>
            <a:endParaRPr lang="es-ES" sz="1000"/>
          </a:p>
        </p:txBody>
      </p:sp>
      <p:sp>
        <p:nvSpPr>
          <p:cNvPr id="22" name="21 CuadroTexto"/>
          <p:cNvSpPr txBox="1"/>
          <p:nvPr/>
        </p:nvSpPr>
        <p:spPr>
          <a:xfrm>
            <a:off x="4206068" y="1923678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Runs</a:t>
            </a:r>
            <a:endParaRPr lang="es-ES" sz="1000"/>
          </a:p>
        </p:txBody>
      </p:sp>
      <p:cxnSp>
        <p:nvCxnSpPr>
          <p:cNvPr id="24" name="23 Conector recto de flecha"/>
          <p:cNvCxnSpPr>
            <a:stCxn id="8" idx="3"/>
            <a:endCxn id="33" idx="1"/>
          </p:cNvCxnSpPr>
          <p:nvPr/>
        </p:nvCxnSpPr>
        <p:spPr>
          <a:xfrm>
            <a:off x="5940152" y="2211710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>
            <a:stCxn id="8" idx="0"/>
            <a:endCxn id="32" idx="2"/>
          </p:cNvCxnSpPr>
          <p:nvPr/>
        </p:nvCxnSpPr>
        <p:spPr>
          <a:xfrm flipV="1">
            <a:off x="5364088" y="141962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5364088" y="156363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36" name="35 CuadroTexto"/>
          <p:cNvSpPr txBox="1"/>
          <p:nvPr/>
        </p:nvSpPr>
        <p:spPr>
          <a:xfrm>
            <a:off x="5940152" y="192367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9" name="58 CuadroTexto"/>
          <p:cNvSpPr txBox="1"/>
          <p:nvPr/>
        </p:nvSpPr>
        <p:spPr>
          <a:xfrm>
            <a:off x="4312960" y="261356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cxnSp>
        <p:nvCxnSpPr>
          <p:cNvPr id="62" name="61 Conector recto de flecha"/>
          <p:cNvCxnSpPr/>
          <p:nvPr/>
        </p:nvCxnSpPr>
        <p:spPr>
          <a:xfrm>
            <a:off x="5652120" y="2499742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 de flecha"/>
          <p:cNvCxnSpPr/>
          <p:nvPr/>
        </p:nvCxnSpPr>
        <p:spPr>
          <a:xfrm flipH="1">
            <a:off x="4788024" y="2499742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72 CuadroTexto"/>
          <p:cNvSpPr txBox="1"/>
          <p:nvPr/>
        </p:nvSpPr>
        <p:spPr>
          <a:xfrm>
            <a:off x="5796136" y="261356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cxnSp>
        <p:nvCxnSpPr>
          <p:cNvPr id="74" name="73 Conector recto de flecha"/>
          <p:cNvCxnSpPr>
            <a:stCxn id="17" idx="1"/>
            <a:endCxn id="18" idx="3"/>
          </p:cNvCxnSpPr>
          <p:nvPr/>
        </p:nvCxnSpPr>
        <p:spPr>
          <a:xfrm flipH="1">
            <a:off x="5004048" y="3363838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76 CuadroTexto"/>
          <p:cNvSpPr txBox="1"/>
          <p:nvPr/>
        </p:nvSpPr>
        <p:spPr>
          <a:xfrm>
            <a:off x="5076056" y="3075806"/>
            <a:ext cx="5469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Affects</a:t>
            </a:r>
            <a:endParaRPr lang="es-ES" sz="1000"/>
          </a:p>
        </p:txBody>
      </p:sp>
      <p:cxnSp>
        <p:nvCxnSpPr>
          <p:cNvPr id="83" name="82 Conector recto de flecha"/>
          <p:cNvCxnSpPr/>
          <p:nvPr/>
        </p:nvCxnSpPr>
        <p:spPr>
          <a:xfrm>
            <a:off x="4788024" y="3651870"/>
            <a:ext cx="288032" cy="57606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 de flecha"/>
          <p:cNvCxnSpPr/>
          <p:nvPr/>
        </p:nvCxnSpPr>
        <p:spPr>
          <a:xfrm flipH="1">
            <a:off x="5652120" y="3651870"/>
            <a:ext cx="288032" cy="57606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84 CuadroTexto"/>
          <p:cNvSpPr txBox="1"/>
          <p:nvPr/>
        </p:nvSpPr>
        <p:spPr>
          <a:xfrm>
            <a:off x="5868144" y="379588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/>
              <a:t>References</a:t>
            </a:r>
            <a:endParaRPr lang="es-E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128</Words>
  <Application>Microsoft Office PowerPoint</Application>
  <PresentationFormat>Presentación en pantalla (16:9)</PresentationFormat>
  <Paragraphs>62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Diapositiva 1</vt:lpstr>
      <vt:lpstr>Diapositiva 2</vt:lpstr>
      <vt:lpstr>Diapositiva 3</vt:lpstr>
    </vt:vector>
  </TitlesOfParts>
  <Company>http://www.centor.mx.gd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Centor</dc:creator>
  <cp:lastModifiedBy>Centor</cp:lastModifiedBy>
  <cp:revision>102</cp:revision>
  <dcterms:created xsi:type="dcterms:W3CDTF">2021-07-14T21:10:51Z</dcterms:created>
  <dcterms:modified xsi:type="dcterms:W3CDTF">2021-12-05T11:51:44Z</dcterms:modified>
</cp:coreProperties>
</file>